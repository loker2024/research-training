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9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481" r:id="rId3"/>
    <p:sldId id="482" r:id="rId4"/>
    <p:sldId id="491" r:id="rId5"/>
    <p:sldId id="515" r:id="rId6"/>
    <p:sldId id="514" r:id="rId7"/>
    <p:sldId id="516" r:id="rId8"/>
    <p:sldId id="448" r:id="rId9"/>
  </p:sldIdLst>
  <p:sldSz cx="9144000" cy="6858000" type="screen4x3"/>
  <p:notesSz cx="6797675" cy="99282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6600"/>
    <a:srgbClr val="000000"/>
    <a:srgbClr val="FFFFFF"/>
    <a:srgbClr val="5E8892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主题样式 1 - 强调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中度样式 3 - 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57" autoAdjust="0"/>
    <p:restoredTop sz="87665" autoAdjust="0"/>
  </p:normalViewPr>
  <p:slideViewPr>
    <p:cSldViewPr>
      <p:cViewPr varScale="1">
        <p:scale>
          <a:sx n="116" d="100"/>
          <a:sy n="116" d="100"/>
        </p:scale>
        <p:origin x="1675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-3307" y="-77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275" cy="496751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862" y="0"/>
            <a:ext cx="2946275" cy="496751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785CBAE4-F8D9-4129-B51F-0DB4BEA986F1}" type="datetimeFigureOut">
              <a:rPr lang="en-US"/>
              <a:pPr>
                <a:defRPr/>
              </a:pPr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9779"/>
            <a:ext cx="2946275" cy="49675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862" y="9429779"/>
            <a:ext cx="2946275" cy="49675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49392E7D-0E06-464C-8541-AA44AE9E79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9461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275" cy="496751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49862" y="0"/>
            <a:ext cx="2946275" cy="496751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077E5B7F-BBE2-45B0-AC4C-D9CC9AA6B88A}" type="datetimeFigureOut">
              <a:rPr lang="zh-CN" altLang="en-US"/>
              <a:pPr>
                <a:defRPr/>
              </a:pPr>
              <a:t>2026/5/12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0383" y="4716585"/>
            <a:ext cx="5436909" cy="4467363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9779"/>
            <a:ext cx="2946275" cy="49675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49862" y="9429779"/>
            <a:ext cx="2946275" cy="49675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73790652-C02E-4B6F-A52E-6A0D29B3CC7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172626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7"/>
          <p:cNvSpPr/>
          <p:nvPr userDrawn="1"/>
        </p:nvSpPr>
        <p:spPr>
          <a:xfrm>
            <a:off x="0" y="0"/>
            <a:ext cx="9144000" cy="11255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5" name="Picture 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2700"/>
            <a:ext cx="91440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594549"/>
            <a:ext cx="2133600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2843808" y="6626009"/>
            <a:ext cx="3456384" cy="18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 dirty="0"/>
              <a:t>特征选择研究</a:t>
            </a:r>
          </a:p>
        </p:txBody>
      </p:sp>
      <p:sp>
        <p:nvSpPr>
          <p:cNvPr id="1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52534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C525ACB8-F9C3-4613-A635-4964825C42C7}" type="datetime1">
              <a:rPr lang="zh-CN" altLang="en-US" smtClean="0"/>
              <a:t>2026/5/12</a:t>
            </a:fld>
            <a:endParaRPr lang="zh-CN" altLang="en-US" dirty="0"/>
          </a:p>
        </p:txBody>
      </p:sp>
    </p:spTree>
  </p:cSld>
  <p:clrMapOvr>
    <a:masterClrMapping/>
  </p:clrMapOvr>
  <p:transition spd="slow" advClick="0">
    <p:pull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24266"/>
            <a:ext cx="8229600" cy="660930"/>
          </a:xfrm>
        </p:spPr>
        <p:txBody>
          <a:bodyPr bIns="46800" anchor="b">
            <a:normAutofit/>
          </a:bodyPr>
          <a:lstStyle>
            <a:lvl1pPr algn="l">
              <a:defRPr sz="3600" b="1" baseline="0">
                <a:solidFill>
                  <a:schemeClr val="tx1"/>
                </a:solidFill>
                <a:latin typeface="黑体" pitchFamily="2" charset="-122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4845"/>
            <a:ext cx="8229600" cy="467845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52534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567FE7B-1FF7-4449-9068-096408193C50}" type="datetime1">
              <a:rPr lang="zh-CN" altLang="en-US" smtClean="0"/>
              <a:t>2026/5/12</a:t>
            </a:fld>
            <a:endParaRPr lang="zh-CN" altLang="en-US" dirty="0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2843808" y="6626009"/>
            <a:ext cx="3456384" cy="18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 dirty="0"/>
              <a:t>特征选择研究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594549"/>
            <a:ext cx="2133600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 advClick="0">
    <p:pull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88224" y="6561732"/>
            <a:ext cx="2133600" cy="2962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52534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6726D3F-432A-486B-B9AB-8F3520768197}" type="datetime1">
              <a:rPr lang="zh-CN" altLang="en-US" smtClean="0"/>
              <a:t>2026/5/12</a:t>
            </a:fld>
            <a:endParaRPr lang="zh-CN" altLang="en-US" dirty="0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2843808" y="6626009"/>
            <a:ext cx="3456384" cy="18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 dirty="0"/>
              <a:t>特征选择研究</a:t>
            </a:r>
          </a:p>
        </p:txBody>
      </p:sp>
    </p:spTree>
  </p:cSld>
  <p:clrMapOvr>
    <a:masterClrMapping/>
  </p:clrMapOvr>
  <p:transition spd="slow" advClick="0">
    <p:pull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</p:nvPr>
        </p:nvSpPr>
        <p:spPr>
          <a:xfrm>
            <a:off x="467544" y="6525344"/>
            <a:ext cx="2133600" cy="3326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BE69BCEF-079F-463B-9C29-B91628F5F00A}" type="datetime1">
              <a:rPr lang="zh-CN" altLang="en-US" smtClean="0"/>
              <a:t>2026/5/12</a:t>
            </a:fld>
            <a:endParaRPr lang="zh-CN" altLang="en-US" dirty="0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>
          <a:xfrm>
            <a:off x="2843808" y="6525344"/>
            <a:ext cx="3456384" cy="3143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 dirty="0"/>
              <a:t>特征选择研究</a:t>
            </a:r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88224" y="6525344"/>
            <a:ext cx="2133600" cy="3578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aseline="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 advClick="0">
    <p:pull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0"/>
          </p:nvPr>
        </p:nvSpPr>
        <p:spPr>
          <a:xfrm>
            <a:off x="467544" y="6525344"/>
            <a:ext cx="2133600" cy="3326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47DA41C8-69AA-4E17-9239-7E6FE63EF94F}" type="datetime1">
              <a:rPr lang="zh-CN" altLang="en-US" smtClean="0"/>
              <a:t>2026/5/12</a:t>
            </a:fld>
            <a:endParaRPr lang="zh-CN" altLang="en-US" dirty="0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915816" y="6525344"/>
            <a:ext cx="3456384" cy="328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 dirty="0"/>
              <a:t>特征选择研究</a:t>
            </a: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660232" y="6525344"/>
            <a:ext cx="2133600" cy="299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 advClick="0">
    <p:pull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52534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87EDDE1-5750-4237-98BF-3E5AB9EBD74D}" type="datetime1">
              <a:rPr lang="zh-CN" altLang="en-US" smtClean="0"/>
              <a:t>2026/5/12</a:t>
            </a:fld>
            <a:endParaRPr lang="zh-CN" altLang="en-US" dirty="0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2843808" y="6626009"/>
            <a:ext cx="3456384" cy="18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 dirty="0"/>
              <a:t>特征选择研究</a:t>
            </a: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594549"/>
            <a:ext cx="2133600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 advClick="0">
    <p:pull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</p:nvPr>
        </p:nvSpPr>
        <p:spPr>
          <a:xfrm>
            <a:off x="467544" y="6525344"/>
            <a:ext cx="2133600" cy="3326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12716B-EFE1-4FE7-ACA6-5298EE0DA41F}" type="datetime1">
              <a:rPr lang="zh-CN" altLang="en-US" smtClean="0"/>
              <a:t>2026/5/12</a:t>
            </a:fld>
            <a:endParaRPr lang="zh-CN" altLang="en-US" dirty="0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>
          <a:xfrm>
            <a:off x="2843808" y="6525344"/>
            <a:ext cx="3456384" cy="3143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 dirty="0"/>
              <a:t>特征选择研究</a:t>
            </a:r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88224" y="6525344"/>
            <a:ext cx="2133600" cy="3143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 advClick="0">
    <p:pull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395536" y="6525344"/>
            <a:ext cx="2133600" cy="3143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12683D8-6BF5-4234-842F-F7DFF13A99D3}" type="datetime1">
              <a:rPr lang="zh-CN" altLang="en-US" smtClean="0"/>
              <a:t>2026/5/12</a:t>
            </a:fld>
            <a:endParaRPr lang="zh-CN" altLang="en-US" dirty="0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2843808" y="6525344"/>
            <a:ext cx="3456384" cy="3003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/>
              <a:t>特征选择研究</a:t>
            </a:r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660232" y="6525344"/>
            <a:ext cx="2133600" cy="3326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 advClick="0">
    <p:pull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6350"/>
            <a:ext cx="9144000" cy="935038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68313" y="1125538"/>
            <a:ext cx="8229600" cy="489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31" name="图片 2"/>
          <p:cNvPicPr>
            <a:picLocks noChangeAspect="1"/>
          </p:cNvPicPr>
          <p:nvPr userDrawn="1"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0" y="6580188"/>
            <a:ext cx="9144000" cy="30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矩形 10"/>
          <p:cNvSpPr/>
          <p:nvPr userDrawn="1"/>
        </p:nvSpPr>
        <p:spPr>
          <a:xfrm>
            <a:off x="468313" y="0"/>
            <a:ext cx="8675687" cy="828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034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146050"/>
            <a:ext cx="8229600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131146"/>
            <a:ext cx="1590708" cy="684000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6730774" y="15114"/>
            <a:ext cx="2398712" cy="789055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52534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93FC250-09CA-4982-A01A-4FAB28559F78}" type="datetime1">
              <a:rPr lang="zh-CN" altLang="en-US" smtClean="0"/>
              <a:t>2026/5/12</a:t>
            </a:fld>
            <a:endParaRPr lang="zh-CN" altLang="en-US" dirty="0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3"/>
          </p:nvPr>
        </p:nvSpPr>
        <p:spPr>
          <a:xfrm>
            <a:off x="2843808" y="6626009"/>
            <a:ext cx="3456384" cy="18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 dirty="0"/>
              <a:t>特征选择研究</a:t>
            </a:r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594549"/>
            <a:ext cx="2133600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59" r:id="rId3"/>
    <p:sldLayoutId id="2147483658" r:id="rId4"/>
    <p:sldLayoutId id="2147483657" r:id="rId5"/>
    <p:sldLayoutId id="2147483654" r:id="rId6"/>
    <p:sldLayoutId id="2147483653" r:id="rId7"/>
    <p:sldLayoutId id="2147483651" r:id="rId8"/>
  </p:sldLayoutIdLst>
  <p:transition spd="slow" advClick="0">
    <p:pull dir="d"/>
  </p:transition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3600" b="1" kern="1200" baseline="0">
          <a:solidFill>
            <a:schemeClr val="tx1"/>
          </a:solidFill>
          <a:latin typeface="Times New Roman" pitchFamily="18" charset="0"/>
          <a:ea typeface="黑体" pitchFamily="49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宋体" charset="-122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宋体" charset="-122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宋体" charset="-122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 baseline="0">
          <a:solidFill>
            <a:schemeClr val="tx1"/>
          </a:solidFill>
          <a:latin typeface="Times New Roman" pitchFamily="18" charset="0"/>
          <a:ea typeface="仿宋" pitchFamily="49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 baseline="0">
          <a:solidFill>
            <a:schemeClr val="tx1"/>
          </a:solidFill>
          <a:latin typeface="Times New Roman" pitchFamily="18" charset="0"/>
          <a:ea typeface="仿宋" pitchFamily="49" charset="-122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 baseline="0">
          <a:solidFill>
            <a:schemeClr val="tx1"/>
          </a:solidFill>
          <a:latin typeface="Times New Roman" pitchFamily="18" charset="0"/>
          <a:ea typeface="仿宋" pitchFamily="49" charset="-122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 baseline="0">
          <a:solidFill>
            <a:schemeClr val="tx1"/>
          </a:solidFill>
          <a:latin typeface="Times New Roman" pitchFamily="18" charset="0"/>
          <a:ea typeface="仿宋" pitchFamily="49" charset="-122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 baseline="0">
          <a:solidFill>
            <a:schemeClr val="tx1"/>
          </a:solidFill>
          <a:latin typeface="Times New Roman" pitchFamily="18" charset="0"/>
          <a:ea typeface="仿宋" pitchFamily="49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image" Target="../media/image6.jpeg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1.bin"/><Relationship Id="rId4" Type="http://schemas.openxmlformats.org/officeDocument/2006/relationships/hyperlink" Target="https://www.letpub.com.cn/index.php?page=journalapp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791580" y="1916832"/>
            <a:ext cx="7560840" cy="33752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>
              <a:buFont typeface="Wingdings" panose="05000000000000000000" pitchFamily="2" charset="2"/>
              <a:buNone/>
            </a:pPr>
            <a:r>
              <a:rPr lang="zh-CN" altLang="en-US" sz="3600" b="1" dirty="0">
                <a:latin typeface="Comic Sans MS" panose="030F0702030302020204" pitchFamily="66" charset="0"/>
              </a:rPr>
              <a:t>智能科学与技术专业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24-4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班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&amp;5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班</a:t>
            </a:r>
            <a:endParaRPr lang="en-US" altLang="zh-C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zh-CN" altLang="en-US" sz="3600" b="1" dirty="0">
                <a:latin typeface="Comic Sans MS" panose="030F0702030302020204" pitchFamily="66" charset="0"/>
              </a:rPr>
              <a:t>科研训练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endParaRPr lang="en-US" altLang="zh-CN" sz="4000" b="1" dirty="0">
              <a:solidFill>
                <a:schemeClr val="tx2"/>
              </a:solidFill>
              <a:latin typeface="Garamond" panose="02020404030301010803" pitchFamily="18" charset="0"/>
              <a:ea typeface="方正舒体" panose="02010601030101010101" pitchFamily="2" charset="-122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endParaRPr lang="zh-CN" altLang="en-US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algn="ctr"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tx2"/>
                </a:solidFill>
                <a:latin typeface="宋体" panose="02010600030101010101" pitchFamily="2" charset="-122"/>
              </a:rPr>
              <a:t>吕俊伟</a:t>
            </a:r>
            <a:endParaRPr lang="en-US" altLang="zh-CN" sz="26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algn="ctr"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tx2"/>
                </a:solidFill>
                <a:latin typeface="宋体" panose="02010600030101010101" pitchFamily="2" charset="-122"/>
              </a:rPr>
              <a:t> </a:t>
            </a:r>
          </a:p>
          <a:p>
            <a:pPr algn="ctr">
              <a:lnSpc>
                <a:spcPts val="2000"/>
              </a:lnSpc>
            </a:pPr>
            <a:r>
              <a:rPr lang="zh-CN" altLang="en-US" sz="2600" b="1" dirty="0">
                <a:solidFill>
                  <a:schemeClr val="tx2"/>
                </a:solidFill>
                <a:latin typeface="宋体" panose="02010600030101010101" pitchFamily="2" charset="-122"/>
              </a:rPr>
              <a:t>计算机与信息学院  </a:t>
            </a:r>
          </a:p>
          <a:p>
            <a:pPr algn="ctr"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endParaRPr lang="en-US" altLang="zh-CN" sz="26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algn="ctr"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600" b="1" dirty="0">
                <a:solidFill>
                  <a:schemeClr val="tx2"/>
                </a:solidFill>
                <a:latin typeface="宋体" panose="02010600030101010101" pitchFamily="2" charset="-122"/>
              </a:rPr>
              <a:t>2026</a:t>
            </a:r>
            <a:r>
              <a:rPr lang="zh-CN" altLang="en-US" sz="2600" b="1" dirty="0">
                <a:solidFill>
                  <a:schemeClr val="tx2"/>
                </a:solidFill>
                <a:latin typeface="宋体" panose="02010600030101010101" pitchFamily="2" charset="-122"/>
              </a:rPr>
              <a:t>年</a:t>
            </a:r>
            <a:r>
              <a:rPr lang="en-US" altLang="zh-CN" sz="2600" b="1" dirty="0">
                <a:solidFill>
                  <a:schemeClr val="tx2"/>
                </a:solidFill>
                <a:latin typeface="宋体" panose="02010600030101010101" pitchFamily="2" charset="-122"/>
              </a:rPr>
              <a:t>5</a:t>
            </a:r>
            <a:r>
              <a:rPr lang="zh-CN" altLang="en-US" sz="2600" b="1" dirty="0">
                <a:solidFill>
                  <a:schemeClr val="tx2"/>
                </a:solidFill>
                <a:latin typeface="宋体" panose="02010600030101010101" pitchFamily="2" charset="-122"/>
              </a:rPr>
              <a:t>月</a:t>
            </a:r>
            <a:r>
              <a:rPr lang="en-US" altLang="zh-CN" sz="2600" b="1" dirty="0">
                <a:solidFill>
                  <a:schemeClr val="tx2"/>
                </a:solidFill>
                <a:latin typeface="宋体" panose="02010600030101010101" pitchFamily="2" charset="-122"/>
              </a:rPr>
              <a:t>12</a:t>
            </a:r>
            <a:r>
              <a:rPr lang="zh-CN" altLang="en-US" sz="2600" b="1" dirty="0">
                <a:solidFill>
                  <a:schemeClr val="tx2"/>
                </a:solidFill>
                <a:latin typeface="宋体" panose="02010600030101010101" pitchFamily="2" charset="-122"/>
              </a:rPr>
              <a:t>日</a:t>
            </a:r>
            <a:r>
              <a:rPr lang="en-US" altLang="zh-CN" sz="2600" b="1" dirty="0">
                <a:solidFill>
                  <a:schemeClr val="tx2"/>
                </a:solidFill>
                <a:latin typeface="宋体" panose="02010600030101010101" pitchFamily="2" charset="-122"/>
              </a:rPr>
              <a:t> </a:t>
            </a:r>
            <a:endParaRPr lang="zh-CN" altLang="en-US" sz="2600" b="1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pic>
        <p:nvPicPr>
          <p:cNvPr id="10" name="图片 307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240" y="3501008"/>
            <a:ext cx="2049462" cy="263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Click="0" advTm="515">
    <p:pull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409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内容</a:t>
            </a:r>
          </a:p>
        </p:txBody>
      </p:sp>
      <p:sp>
        <p:nvSpPr>
          <p:cNvPr id="4100" name="灯片编号占位符 2"/>
          <p:cNvSpPr>
            <a:spLocks noGrp="1" noChangeArrowheads="1"/>
          </p:cNvSpPr>
          <p:nvPr>
            <p:ph type="sldNum" sz="quarter" idx="429496729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56DC911D-46DE-485C-8777-064FD0BC3DF5}" type="slidenum">
              <a:rPr lang="zh-CN" altLang="en-US" sz="1200" dirty="0" smtClean="0"/>
              <a:pPr>
                <a:defRPr/>
              </a:pPr>
              <a:t>2</a:t>
            </a:fld>
            <a:endParaRPr lang="zh-CN" altLang="en-US" sz="1200" dirty="0"/>
          </a:p>
        </p:txBody>
      </p:sp>
      <p:grpSp>
        <p:nvGrpSpPr>
          <p:cNvPr id="5" name="组合 107"/>
          <p:cNvGrpSpPr/>
          <p:nvPr/>
        </p:nvGrpSpPr>
        <p:grpSpPr>
          <a:xfrm>
            <a:off x="971600" y="3356992"/>
            <a:ext cx="4032448" cy="684275"/>
            <a:chOff x="939802" y="5062184"/>
            <a:chExt cx="4032448" cy="684275"/>
          </a:xfrm>
        </p:grpSpPr>
        <p:grpSp>
          <p:nvGrpSpPr>
            <p:cNvPr id="6" name="组合 33"/>
            <p:cNvGrpSpPr/>
            <p:nvPr/>
          </p:nvGrpSpPr>
          <p:grpSpPr>
            <a:xfrm>
              <a:off x="939802" y="5098728"/>
              <a:ext cx="813499" cy="647731"/>
              <a:chOff x="6068613" y="2138334"/>
              <a:chExt cx="412166" cy="348468"/>
            </a:xfrm>
          </p:grpSpPr>
          <p:sp>
            <p:nvSpPr>
              <p:cNvPr id="8" name="Freeform 5"/>
              <p:cNvSpPr>
                <a:spLocks/>
              </p:cNvSpPr>
              <p:nvPr/>
            </p:nvSpPr>
            <p:spPr bwMode="auto">
              <a:xfrm>
                <a:off x="6068613" y="2138334"/>
                <a:ext cx="412166" cy="34846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69F1E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9" name="KSO_Shape"/>
              <p:cNvSpPr>
                <a:spLocks/>
              </p:cNvSpPr>
              <p:nvPr/>
            </p:nvSpPr>
            <p:spPr bwMode="auto">
              <a:xfrm>
                <a:off x="6173883" y="2206208"/>
                <a:ext cx="232088" cy="197274"/>
              </a:xfrm>
              <a:custGeom>
                <a:avLst/>
                <a:gdLst>
                  <a:gd name="T0" fmla="*/ 1221908 w 2276475"/>
                  <a:gd name="T1" fmla="*/ 1328927 h 1936751"/>
                  <a:gd name="T2" fmla="*/ 1196654 w 2276475"/>
                  <a:gd name="T3" fmla="*/ 1388292 h 1936751"/>
                  <a:gd name="T4" fmla="*/ 691864 w 2276475"/>
                  <a:gd name="T5" fmla="*/ 1376845 h 1936751"/>
                  <a:gd name="T6" fmla="*/ 695585 w 2276475"/>
                  <a:gd name="T7" fmla="*/ 1314285 h 1936751"/>
                  <a:gd name="T8" fmla="*/ 1104489 w 2276475"/>
                  <a:gd name="T9" fmla="*/ 1115137 h 1936751"/>
                  <a:gd name="T10" fmla="*/ 1117497 w 2276475"/>
                  <a:gd name="T11" fmla="*/ 1168850 h 1936751"/>
                  <a:gd name="T12" fmla="*/ 811396 w 2276475"/>
                  <a:gd name="T13" fmla="*/ 1188695 h 1936751"/>
                  <a:gd name="T14" fmla="*/ 783254 w 2276475"/>
                  <a:gd name="T15" fmla="*/ 1141068 h 1936751"/>
                  <a:gd name="T16" fmla="*/ 309026 w 2276475"/>
                  <a:gd name="T17" fmla="*/ 898551 h 1936751"/>
                  <a:gd name="T18" fmla="*/ 798665 w 2276475"/>
                  <a:gd name="T19" fmla="*/ 935449 h 1936751"/>
                  <a:gd name="T20" fmla="*/ 759855 w 2276475"/>
                  <a:gd name="T21" fmla="*/ 989335 h 1936751"/>
                  <a:gd name="T22" fmla="*/ 259317 w 2276475"/>
                  <a:gd name="T23" fmla="*/ 967303 h 1936751"/>
                  <a:gd name="T24" fmla="*/ 277393 w 2276475"/>
                  <a:gd name="T25" fmla="*/ 906514 h 1936751"/>
                  <a:gd name="T26" fmla="*/ 1086287 w 2276475"/>
                  <a:gd name="T27" fmla="*/ 817903 h 1936751"/>
                  <a:gd name="T28" fmla="*/ 1028372 w 2276475"/>
                  <a:gd name="T29" fmla="*/ 919230 h 1936751"/>
                  <a:gd name="T30" fmla="*/ 999280 w 2276475"/>
                  <a:gd name="T31" fmla="*/ 917630 h 1936751"/>
                  <a:gd name="T32" fmla="*/ 289574 w 2276475"/>
                  <a:gd name="T33" fmla="*/ 706099 h 1936751"/>
                  <a:gd name="T34" fmla="*/ 590631 w 2276475"/>
                  <a:gd name="T35" fmla="*/ 735033 h 1936751"/>
                  <a:gd name="T36" fmla="*/ 567535 w 2276475"/>
                  <a:gd name="T37" fmla="*/ 784938 h 1936751"/>
                  <a:gd name="T38" fmla="*/ 259309 w 2276475"/>
                  <a:gd name="T39" fmla="*/ 770073 h 1936751"/>
                  <a:gd name="T40" fmla="*/ 267273 w 2276475"/>
                  <a:gd name="T41" fmla="*/ 715124 h 1936751"/>
                  <a:gd name="T42" fmla="*/ 836933 w 2276475"/>
                  <a:gd name="T43" fmla="*/ 505684 h 1936751"/>
                  <a:gd name="T44" fmla="*/ 846494 w 2276475"/>
                  <a:gd name="T45" fmla="*/ 574170 h 1936751"/>
                  <a:gd name="T46" fmla="*/ 268069 w 2276475"/>
                  <a:gd name="T47" fmla="*/ 592752 h 1936751"/>
                  <a:gd name="T48" fmla="*/ 238855 w 2276475"/>
                  <a:gd name="T49" fmla="*/ 530105 h 1936751"/>
                  <a:gd name="T50" fmla="*/ 1467818 w 2276475"/>
                  <a:gd name="T51" fmla="*/ 344025 h 1936751"/>
                  <a:gd name="T52" fmla="*/ 1566759 w 2276475"/>
                  <a:gd name="T53" fmla="*/ 428438 h 1936751"/>
                  <a:gd name="T54" fmla="*/ 1578461 w 2276475"/>
                  <a:gd name="T55" fmla="*/ 479936 h 1936751"/>
                  <a:gd name="T56" fmla="*/ 1197862 w 2276475"/>
                  <a:gd name="T57" fmla="*/ 846789 h 1936751"/>
                  <a:gd name="T58" fmla="*/ 1138817 w 2276475"/>
                  <a:gd name="T59" fmla="*/ 842806 h 1936751"/>
                  <a:gd name="T60" fmla="*/ 1093869 w 2276475"/>
                  <a:gd name="T61" fmla="*/ 799538 h 1936751"/>
                  <a:gd name="T62" fmla="*/ 1075782 w 2276475"/>
                  <a:gd name="T63" fmla="*/ 737423 h 1936751"/>
                  <a:gd name="T64" fmla="*/ 1456382 w 2276475"/>
                  <a:gd name="T65" fmla="*/ 344821 h 1936751"/>
                  <a:gd name="T66" fmla="*/ 199469 w 2276475"/>
                  <a:gd name="T67" fmla="*/ 367345 h 1936751"/>
                  <a:gd name="T68" fmla="*/ 114475 w 2276475"/>
                  <a:gd name="T69" fmla="*/ 448541 h 1936751"/>
                  <a:gd name="T70" fmla="*/ 103321 w 2276475"/>
                  <a:gd name="T71" fmla="*/ 1407238 h 1936751"/>
                  <a:gd name="T72" fmla="*/ 171315 w 2276475"/>
                  <a:gd name="T73" fmla="*/ 1503559 h 1936751"/>
                  <a:gd name="T74" fmla="*/ 1382734 w 2276475"/>
                  <a:gd name="T75" fmla="*/ 1530890 h 1936751"/>
                  <a:gd name="T76" fmla="*/ 1488975 w 2276475"/>
                  <a:gd name="T77" fmla="*/ 1477289 h 1936751"/>
                  <a:gd name="T78" fmla="*/ 1531737 w 2276475"/>
                  <a:gd name="T79" fmla="*/ 1365845 h 1936751"/>
                  <a:gd name="T80" fmla="*/ 1605841 w 2276475"/>
                  <a:gd name="T81" fmla="*/ 1539381 h 1936751"/>
                  <a:gd name="T82" fmla="*/ 1513146 w 2276475"/>
                  <a:gd name="T83" fmla="*/ 1611821 h 1936751"/>
                  <a:gd name="T84" fmla="*/ 101461 w 2276475"/>
                  <a:gd name="T85" fmla="*/ 1605982 h 1936751"/>
                  <a:gd name="T86" fmla="*/ 16468 w 2276475"/>
                  <a:gd name="T87" fmla="*/ 1525317 h 1936751"/>
                  <a:gd name="T88" fmla="*/ 5312 w 2276475"/>
                  <a:gd name="T89" fmla="*/ 391226 h 1936751"/>
                  <a:gd name="T90" fmla="*/ 73307 w 2276475"/>
                  <a:gd name="T91" fmla="*/ 295170 h 1936751"/>
                  <a:gd name="T92" fmla="*/ 1746529 w 2276475"/>
                  <a:gd name="T93" fmla="*/ 88926 h 1936751"/>
                  <a:gd name="T94" fmla="*/ 1805153 w 2276475"/>
                  <a:gd name="T95" fmla="*/ 114614 h 1936751"/>
                  <a:gd name="T96" fmla="*/ 1838312 w 2276475"/>
                  <a:gd name="T97" fmla="*/ 176846 h 1936751"/>
                  <a:gd name="T98" fmla="*/ 1821600 w 2276475"/>
                  <a:gd name="T99" fmla="*/ 237490 h 1936751"/>
                  <a:gd name="T100" fmla="*/ 1620792 w 2276475"/>
                  <a:gd name="T101" fmla="*/ 421806 h 1936751"/>
                  <a:gd name="T102" fmla="*/ 1543068 w 2276475"/>
                  <a:gd name="T103" fmla="*/ 339447 h 1936751"/>
                  <a:gd name="T104" fmla="*/ 1506460 w 2276475"/>
                  <a:gd name="T105" fmla="*/ 289925 h 1936751"/>
                  <a:gd name="T106" fmla="*/ 1716818 w 2276475"/>
                  <a:gd name="T107" fmla="*/ 92634 h 1936751"/>
                  <a:gd name="T108" fmla="*/ 1893521 w 2276475"/>
                  <a:gd name="T109" fmla="*/ 35131 h 1936751"/>
                  <a:gd name="T110" fmla="*/ 1889783 w 2276475"/>
                  <a:gd name="T111" fmla="*/ 106078 h 1936751"/>
                  <a:gd name="T112" fmla="*/ 1844400 w 2276475"/>
                  <a:gd name="T113" fmla="*/ 105545 h 1936751"/>
                  <a:gd name="T114" fmla="*/ 1793944 w 2276475"/>
                  <a:gd name="T115" fmla="*/ 59669 h 1936751"/>
                  <a:gd name="T116" fmla="*/ 1847069 w 2276475"/>
                  <a:gd name="T117" fmla="*/ 16194 h 1936751"/>
                  <a:gd name="T118" fmla="*/ 1697756 w 2276475"/>
                  <a:gd name="T119" fmla="*/ 22017 h 1936751"/>
                  <a:gd name="T120" fmla="*/ 1364698 w 2276475"/>
                  <a:gd name="T121" fmla="*/ 383050 h 1936751"/>
                  <a:gd name="T122" fmla="*/ 1317840 w 2276475"/>
                  <a:gd name="T123" fmla="*/ 375887 h 1936751"/>
                  <a:gd name="T124" fmla="*/ 1320237 w 2276475"/>
                  <a:gd name="T125" fmla="*/ 329200 h 1936751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2276475" h="1936751">
                    <a:moveTo>
                      <a:pt x="872202" y="1555750"/>
                    </a:moveTo>
                    <a:lnTo>
                      <a:pt x="879190" y="1555750"/>
                    </a:lnTo>
                    <a:lnTo>
                      <a:pt x="1397284" y="1555750"/>
                    </a:lnTo>
                    <a:lnTo>
                      <a:pt x="1404272" y="1555750"/>
                    </a:lnTo>
                    <a:lnTo>
                      <a:pt x="1410943" y="1557024"/>
                    </a:lnTo>
                    <a:lnTo>
                      <a:pt x="1417614" y="1557979"/>
                    </a:lnTo>
                    <a:lnTo>
                      <a:pt x="1423649" y="1560208"/>
                    </a:lnTo>
                    <a:lnTo>
                      <a:pt x="1430002" y="1562437"/>
                    </a:lnTo>
                    <a:lnTo>
                      <a:pt x="1435403" y="1565303"/>
                    </a:lnTo>
                    <a:lnTo>
                      <a:pt x="1440485" y="1568168"/>
                    </a:lnTo>
                    <a:lnTo>
                      <a:pt x="1445567" y="1571989"/>
                    </a:lnTo>
                    <a:lnTo>
                      <a:pt x="1450015" y="1576128"/>
                    </a:lnTo>
                    <a:lnTo>
                      <a:pt x="1453509" y="1580268"/>
                    </a:lnTo>
                    <a:lnTo>
                      <a:pt x="1457321" y="1584726"/>
                    </a:lnTo>
                    <a:lnTo>
                      <a:pt x="1460180" y="1589502"/>
                    </a:lnTo>
                    <a:lnTo>
                      <a:pt x="1462403" y="1594915"/>
                    </a:lnTo>
                    <a:lnTo>
                      <a:pt x="1463674" y="1600009"/>
                    </a:lnTo>
                    <a:lnTo>
                      <a:pt x="1464944" y="1605741"/>
                    </a:lnTo>
                    <a:lnTo>
                      <a:pt x="1465262" y="1611472"/>
                    </a:lnTo>
                    <a:lnTo>
                      <a:pt x="1464944" y="1617203"/>
                    </a:lnTo>
                    <a:lnTo>
                      <a:pt x="1463674" y="1622935"/>
                    </a:lnTo>
                    <a:lnTo>
                      <a:pt x="1462403" y="1628029"/>
                    </a:lnTo>
                    <a:lnTo>
                      <a:pt x="1460180" y="1633124"/>
                    </a:lnTo>
                    <a:lnTo>
                      <a:pt x="1457321" y="1638218"/>
                    </a:lnTo>
                    <a:lnTo>
                      <a:pt x="1453509" y="1642358"/>
                    </a:lnTo>
                    <a:lnTo>
                      <a:pt x="1450015" y="1646815"/>
                    </a:lnTo>
                    <a:lnTo>
                      <a:pt x="1445567" y="1650955"/>
                    </a:lnTo>
                    <a:lnTo>
                      <a:pt x="1440485" y="1654457"/>
                    </a:lnTo>
                    <a:lnTo>
                      <a:pt x="1435403" y="1657641"/>
                    </a:lnTo>
                    <a:lnTo>
                      <a:pt x="1430002" y="1660507"/>
                    </a:lnTo>
                    <a:lnTo>
                      <a:pt x="1423649" y="1662736"/>
                    </a:lnTo>
                    <a:lnTo>
                      <a:pt x="1417614" y="1664328"/>
                    </a:lnTo>
                    <a:lnTo>
                      <a:pt x="1410943" y="1665920"/>
                    </a:lnTo>
                    <a:lnTo>
                      <a:pt x="1404272" y="1666875"/>
                    </a:lnTo>
                    <a:lnTo>
                      <a:pt x="1397284" y="1666875"/>
                    </a:lnTo>
                    <a:lnTo>
                      <a:pt x="879190" y="1666875"/>
                    </a:lnTo>
                    <a:lnTo>
                      <a:pt x="872202" y="1666875"/>
                    </a:lnTo>
                    <a:lnTo>
                      <a:pt x="865531" y="1665920"/>
                    </a:lnTo>
                    <a:lnTo>
                      <a:pt x="858860" y="1664328"/>
                    </a:lnTo>
                    <a:lnTo>
                      <a:pt x="852507" y="1662736"/>
                    </a:lnTo>
                    <a:lnTo>
                      <a:pt x="846790" y="1660507"/>
                    </a:lnTo>
                    <a:lnTo>
                      <a:pt x="841389" y="1657641"/>
                    </a:lnTo>
                    <a:lnTo>
                      <a:pt x="835989" y="1654139"/>
                    </a:lnTo>
                    <a:lnTo>
                      <a:pt x="831224" y="1650955"/>
                    </a:lnTo>
                    <a:lnTo>
                      <a:pt x="826777" y="1646815"/>
                    </a:lnTo>
                    <a:lnTo>
                      <a:pt x="822648" y="1642358"/>
                    </a:lnTo>
                    <a:lnTo>
                      <a:pt x="819471" y="1637900"/>
                    </a:lnTo>
                    <a:lnTo>
                      <a:pt x="816612" y="1633124"/>
                    </a:lnTo>
                    <a:lnTo>
                      <a:pt x="814389" y="1628029"/>
                    </a:lnTo>
                    <a:lnTo>
                      <a:pt x="812483" y="1622935"/>
                    </a:lnTo>
                    <a:lnTo>
                      <a:pt x="811530" y="1617203"/>
                    </a:lnTo>
                    <a:lnTo>
                      <a:pt x="811212" y="1611472"/>
                    </a:lnTo>
                    <a:lnTo>
                      <a:pt x="811530" y="1605741"/>
                    </a:lnTo>
                    <a:lnTo>
                      <a:pt x="812483" y="1600009"/>
                    </a:lnTo>
                    <a:lnTo>
                      <a:pt x="814389" y="1594915"/>
                    </a:lnTo>
                    <a:lnTo>
                      <a:pt x="816612" y="1589820"/>
                    </a:lnTo>
                    <a:lnTo>
                      <a:pt x="819471" y="1584726"/>
                    </a:lnTo>
                    <a:lnTo>
                      <a:pt x="822648" y="1580268"/>
                    </a:lnTo>
                    <a:lnTo>
                      <a:pt x="826777" y="1576128"/>
                    </a:lnTo>
                    <a:lnTo>
                      <a:pt x="831224" y="1571989"/>
                    </a:lnTo>
                    <a:lnTo>
                      <a:pt x="835989" y="1568168"/>
                    </a:lnTo>
                    <a:lnTo>
                      <a:pt x="841389" y="1565303"/>
                    </a:lnTo>
                    <a:lnTo>
                      <a:pt x="846790" y="1562437"/>
                    </a:lnTo>
                    <a:lnTo>
                      <a:pt x="852507" y="1560208"/>
                    </a:lnTo>
                    <a:lnTo>
                      <a:pt x="858860" y="1558298"/>
                    </a:lnTo>
                    <a:lnTo>
                      <a:pt x="865531" y="1557024"/>
                    </a:lnTo>
                    <a:lnTo>
                      <a:pt x="872202" y="1555750"/>
                    </a:lnTo>
                    <a:close/>
                    <a:moveTo>
                      <a:pt x="984211" y="1325563"/>
                    </a:moveTo>
                    <a:lnTo>
                      <a:pt x="1292263" y="1325563"/>
                    </a:lnTo>
                    <a:lnTo>
                      <a:pt x="1297339" y="1325880"/>
                    </a:lnTo>
                    <a:lnTo>
                      <a:pt x="1302415" y="1326513"/>
                    </a:lnTo>
                    <a:lnTo>
                      <a:pt x="1307174" y="1327779"/>
                    </a:lnTo>
                    <a:lnTo>
                      <a:pt x="1311615" y="1329361"/>
                    </a:lnTo>
                    <a:lnTo>
                      <a:pt x="1315740" y="1331260"/>
                    </a:lnTo>
                    <a:lnTo>
                      <a:pt x="1319864" y="1333792"/>
                    </a:lnTo>
                    <a:lnTo>
                      <a:pt x="1323671" y="1336640"/>
                    </a:lnTo>
                    <a:lnTo>
                      <a:pt x="1327161" y="1340121"/>
                    </a:lnTo>
                    <a:lnTo>
                      <a:pt x="1330333" y="1343286"/>
                    </a:lnTo>
                    <a:lnTo>
                      <a:pt x="1332871" y="1347400"/>
                    </a:lnTo>
                    <a:lnTo>
                      <a:pt x="1335409" y="1351198"/>
                    </a:lnTo>
                    <a:lnTo>
                      <a:pt x="1337630" y="1355629"/>
                    </a:lnTo>
                    <a:lnTo>
                      <a:pt x="1339216" y="1360059"/>
                    </a:lnTo>
                    <a:lnTo>
                      <a:pt x="1340485" y="1364807"/>
                    </a:lnTo>
                    <a:lnTo>
                      <a:pt x="1341437" y="1369870"/>
                    </a:lnTo>
                    <a:lnTo>
                      <a:pt x="1341437" y="1374934"/>
                    </a:lnTo>
                    <a:lnTo>
                      <a:pt x="1341437" y="1379681"/>
                    </a:lnTo>
                    <a:lnTo>
                      <a:pt x="1340485" y="1384745"/>
                    </a:lnTo>
                    <a:lnTo>
                      <a:pt x="1339216" y="1389492"/>
                    </a:lnTo>
                    <a:lnTo>
                      <a:pt x="1337630" y="1393923"/>
                    </a:lnTo>
                    <a:lnTo>
                      <a:pt x="1335409" y="1398037"/>
                    </a:lnTo>
                    <a:lnTo>
                      <a:pt x="1332871" y="1402151"/>
                    </a:lnTo>
                    <a:lnTo>
                      <a:pt x="1330016" y="1405632"/>
                    </a:lnTo>
                    <a:lnTo>
                      <a:pt x="1327161" y="1409430"/>
                    </a:lnTo>
                    <a:lnTo>
                      <a:pt x="1323671" y="1412595"/>
                    </a:lnTo>
                    <a:lnTo>
                      <a:pt x="1319864" y="1415443"/>
                    </a:lnTo>
                    <a:lnTo>
                      <a:pt x="1315740" y="1417659"/>
                    </a:lnTo>
                    <a:lnTo>
                      <a:pt x="1311615" y="1419874"/>
                    </a:lnTo>
                    <a:lnTo>
                      <a:pt x="1306857" y="1421773"/>
                    </a:lnTo>
                    <a:lnTo>
                      <a:pt x="1302415" y="1422722"/>
                    </a:lnTo>
                    <a:lnTo>
                      <a:pt x="1297339" y="1423672"/>
                    </a:lnTo>
                    <a:lnTo>
                      <a:pt x="1292263" y="1423988"/>
                    </a:lnTo>
                    <a:lnTo>
                      <a:pt x="984211" y="1423988"/>
                    </a:lnTo>
                    <a:lnTo>
                      <a:pt x="979453" y="1423672"/>
                    </a:lnTo>
                    <a:lnTo>
                      <a:pt x="974377" y="1422722"/>
                    </a:lnTo>
                    <a:lnTo>
                      <a:pt x="969618" y="1421773"/>
                    </a:lnTo>
                    <a:lnTo>
                      <a:pt x="965176" y="1419874"/>
                    </a:lnTo>
                    <a:lnTo>
                      <a:pt x="960735" y="1417659"/>
                    </a:lnTo>
                    <a:lnTo>
                      <a:pt x="956928" y="1415443"/>
                    </a:lnTo>
                    <a:lnTo>
                      <a:pt x="952803" y="1412595"/>
                    </a:lnTo>
                    <a:lnTo>
                      <a:pt x="949631" y="1409430"/>
                    </a:lnTo>
                    <a:lnTo>
                      <a:pt x="946141" y="1405632"/>
                    </a:lnTo>
                    <a:lnTo>
                      <a:pt x="943286" y="1402151"/>
                    </a:lnTo>
                    <a:lnTo>
                      <a:pt x="941065" y="1398037"/>
                    </a:lnTo>
                    <a:lnTo>
                      <a:pt x="938844" y="1393923"/>
                    </a:lnTo>
                    <a:lnTo>
                      <a:pt x="937258" y="1389492"/>
                    </a:lnTo>
                    <a:lnTo>
                      <a:pt x="935989" y="1384745"/>
                    </a:lnTo>
                    <a:lnTo>
                      <a:pt x="935355" y="1379681"/>
                    </a:lnTo>
                    <a:lnTo>
                      <a:pt x="935037" y="1374934"/>
                    </a:lnTo>
                    <a:lnTo>
                      <a:pt x="935355" y="1369870"/>
                    </a:lnTo>
                    <a:lnTo>
                      <a:pt x="935989" y="1364807"/>
                    </a:lnTo>
                    <a:lnTo>
                      <a:pt x="937258" y="1360059"/>
                    </a:lnTo>
                    <a:lnTo>
                      <a:pt x="938844" y="1355629"/>
                    </a:lnTo>
                    <a:lnTo>
                      <a:pt x="940748" y="1351198"/>
                    </a:lnTo>
                    <a:lnTo>
                      <a:pt x="943286" y="1347400"/>
                    </a:lnTo>
                    <a:lnTo>
                      <a:pt x="946141" y="1343286"/>
                    </a:lnTo>
                    <a:lnTo>
                      <a:pt x="949631" y="1340121"/>
                    </a:lnTo>
                    <a:lnTo>
                      <a:pt x="952803" y="1336640"/>
                    </a:lnTo>
                    <a:lnTo>
                      <a:pt x="956928" y="1333792"/>
                    </a:lnTo>
                    <a:lnTo>
                      <a:pt x="960735" y="1331260"/>
                    </a:lnTo>
                    <a:lnTo>
                      <a:pt x="965176" y="1329361"/>
                    </a:lnTo>
                    <a:lnTo>
                      <a:pt x="969618" y="1327779"/>
                    </a:lnTo>
                    <a:lnTo>
                      <a:pt x="974377" y="1326513"/>
                    </a:lnTo>
                    <a:lnTo>
                      <a:pt x="979453" y="1325880"/>
                    </a:lnTo>
                    <a:lnTo>
                      <a:pt x="984211" y="1325563"/>
                    </a:lnTo>
                    <a:close/>
                    <a:moveTo>
                      <a:pt x="369286" y="1074738"/>
                    </a:moveTo>
                    <a:lnTo>
                      <a:pt x="887697" y="1074738"/>
                    </a:lnTo>
                    <a:lnTo>
                      <a:pt x="894368" y="1075056"/>
                    </a:lnTo>
                    <a:lnTo>
                      <a:pt x="901356" y="1076008"/>
                    </a:lnTo>
                    <a:lnTo>
                      <a:pt x="908027" y="1077278"/>
                    </a:lnTo>
                    <a:lnTo>
                      <a:pt x="914063" y="1079183"/>
                    </a:lnTo>
                    <a:lnTo>
                      <a:pt x="920098" y="1081406"/>
                    </a:lnTo>
                    <a:lnTo>
                      <a:pt x="925816" y="1084263"/>
                    </a:lnTo>
                    <a:lnTo>
                      <a:pt x="930898" y="1087438"/>
                    </a:lnTo>
                    <a:lnTo>
                      <a:pt x="935663" y="1090931"/>
                    </a:lnTo>
                    <a:lnTo>
                      <a:pt x="940110" y="1094741"/>
                    </a:lnTo>
                    <a:lnTo>
                      <a:pt x="944240" y="1099186"/>
                    </a:lnTo>
                    <a:lnTo>
                      <a:pt x="947416" y="1103948"/>
                    </a:lnTo>
                    <a:lnTo>
                      <a:pt x="950275" y="1108711"/>
                    </a:lnTo>
                    <a:lnTo>
                      <a:pt x="952499" y="1113791"/>
                    </a:lnTo>
                    <a:lnTo>
                      <a:pt x="954405" y="1118871"/>
                    </a:lnTo>
                    <a:lnTo>
                      <a:pt x="955358" y="1124903"/>
                    </a:lnTo>
                    <a:lnTo>
                      <a:pt x="955675" y="1130301"/>
                    </a:lnTo>
                    <a:lnTo>
                      <a:pt x="955358" y="1136016"/>
                    </a:lnTo>
                    <a:lnTo>
                      <a:pt x="954405" y="1141413"/>
                    </a:lnTo>
                    <a:lnTo>
                      <a:pt x="952499" y="1147128"/>
                    </a:lnTo>
                    <a:lnTo>
                      <a:pt x="950275" y="1152208"/>
                    </a:lnTo>
                    <a:lnTo>
                      <a:pt x="947416" y="1156971"/>
                    </a:lnTo>
                    <a:lnTo>
                      <a:pt x="944240" y="1161098"/>
                    </a:lnTo>
                    <a:lnTo>
                      <a:pt x="940110" y="1165543"/>
                    </a:lnTo>
                    <a:lnTo>
                      <a:pt x="935663" y="1169671"/>
                    </a:lnTo>
                    <a:lnTo>
                      <a:pt x="930898" y="1173163"/>
                    </a:lnTo>
                    <a:lnTo>
                      <a:pt x="925816" y="1176656"/>
                    </a:lnTo>
                    <a:lnTo>
                      <a:pt x="920098" y="1179196"/>
                    </a:lnTo>
                    <a:lnTo>
                      <a:pt x="914063" y="1181736"/>
                    </a:lnTo>
                    <a:lnTo>
                      <a:pt x="908027" y="1183323"/>
                    </a:lnTo>
                    <a:lnTo>
                      <a:pt x="901356" y="1184593"/>
                    </a:lnTo>
                    <a:lnTo>
                      <a:pt x="894368" y="1185546"/>
                    </a:lnTo>
                    <a:lnTo>
                      <a:pt x="887697" y="1185863"/>
                    </a:lnTo>
                    <a:lnTo>
                      <a:pt x="369286" y="1185863"/>
                    </a:lnTo>
                    <a:lnTo>
                      <a:pt x="362615" y="1185546"/>
                    </a:lnTo>
                    <a:lnTo>
                      <a:pt x="355944" y="1184593"/>
                    </a:lnTo>
                    <a:lnTo>
                      <a:pt x="349273" y="1183323"/>
                    </a:lnTo>
                    <a:lnTo>
                      <a:pt x="343238" y="1181736"/>
                    </a:lnTo>
                    <a:lnTo>
                      <a:pt x="337203" y="1179196"/>
                    </a:lnTo>
                    <a:lnTo>
                      <a:pt x="331485" y="1176656"/>
                    </a:lnTo>
                    <a:lnTo>
                      <a:pt x="326402" y="1173163"/>
                    </a:lnTo>
                    <a:lnTo>
                      <a:pt x="321637" y="1169671"/>
                    </a:lnTo>
                    <a:lnTo>
                      <a:pt x="317190" y="1165543"/>
                    </a:lnTo>
                    <a:lnTo>
                      <a:pt x="313378" y="1161098"/>
                    </a:lnTo>
                    <a:lnTo>
                      <a:pt x="309884" y="1156971"/>
                    </a:lnTo>
                    <a:lnTo>
                      <a:pt x="307025" y="1152208"/>
                    </a:lnTo>
                    <a:lnTo>
                      <a:pt x="304802" y="1147128"/>
                    </a:lnTo>
                    <a:lnTo>
                      <a:pt x="302896" y="1141413"/>
                    </a:lnTo>
                    <a:lnTo>
                      <a:pt x="301943" y="1136016"/>
                    </a:lnTo>
                    <a:lnTo>
                      <a:pt x="301625" y="1130301"/>
                    </a:lnTo>
                    <a:lnTo>
                      <a:pt x="301943" y="1124903"/>
                    </a:lnTo>
                    <a:lnTo>
                      <a:pt x="302896" y="1119188"/>
                    </a:lnTo>
                    <a:lnTo>
                      <a:pt x="304802" y="1113791"/>
                    </a:lnTo>
                    <a:lnTo>
                      <a:pt x="307025" y="1108711"/>
                    </a:lnTo>
                    <a:lnTo>
                      <a:pt x="309884" y="1103948"/>
                    </a:lnTo>
                    <a:lnTo>
                      <a:pt x="313378" y="1099186"/>
                    </a:lnTo>
                    <a:lnTo>
                      <a:pt x="317190" y="1094741"/>
                    </a:lnTo>
                    <a:lnTo>
                      <a:pt x="321637" y="1091248"/>
                    </a:lnTo>
                    <a:lnTo>
                      <a:pt x="326402" y="1087438"/>
                    </a:lnTo>
                    <a:lnTo>
                      <a:pt x="331485" y="1084263"/>
                    </a:lnTo>
                    <a:lnTo>
                      <a:pt x="337203" y="1081406"/>
                    </a:lnTo>
                    <a:lnTo>
                      <a:pt x="343238" y="1079183"/>
                    </a:lnTo>
                    <a:lnTo>
                      <a:pt x="349273" y="1077278"/>
                    </a:lnTo>
                    <a:lnTo>
                      <a:pt x="355944" y="1076008"/>
                    </a:lnTo>
                    <a:lnTo>
                      <a:pt x="362615" y="1075056"/>
                    </a:lnTo>
                    <a:lnTo>
                      <a:pt x="369286" y="1074738"/>
                    </a:lnTo>
                    <a:close/>
                    <a:moveTo>
                      <a:pt x="1261435" y="965200"/>
                    </a:moveTo>
                    <a:lnTo>
                      <a:pt x="1264624" y="965200"/>
                    </a:lnTo>
                    <a:lnTo>
                      <a:pt x="1267814" y="965200"/>
                    </a:lnTo>
                    <a:lnTo>
                      <a:pt x="1271322" y="965838"/>
                    </a:lnTo>
                    <a:lnTo>
                      <a:pt x="1275149" y="967114"/>
                    </a:lnTo>
                    <a:lnTo>
                      <a:pt x="1278977" y="968390"/>
                    </a:lnTo>
                    <a:lnTo>
                      <a:pt x="1282804" y="969984"/>
                    </a:lnTo>
                    <a:lnTo>
                      <a:pt x="1290777" y="973811"/>
                    </a:lnTo>
                    <a:lnTo>
                      <a:pt x="1298113" y="978277"/>
                    </a:lnTo>
                    <a:lnTo>
                      <a:pt x="1304491" y="982742"/>
                    </a:lnTo>
                    <a:lnTo>
                      <a:pt x="1308637" y="986250"/>
                    </a:lnTo>
                    <a:lnTo>
                      <a:pt x="1312784" y="990715"/>
                    </a:lnTo>
                    <a:lnTo>
                      <a:pt x="1317249" y="997094"/>
                    </a:lnTo>
                    <a:lnTo>
                      <a:pt x="1321395" y="1004429"/>
                    </a:lnTo>
                    <a:lnTo>
                      <a:pt x="1325222" y="1012403"/>
                    </a:lnTo>
                    <a:lnTo>
                      <a:pt x="1326817" y="1016549"/>
                    </a:lnTo>
                    <a:lnTo>
                      <a:pt x="1328092" y="1020057"/>
                    </a:lnTo>
                    <a:lnTo>
                      <a:pt x="1329368" y="1024203"/>
                    </a:lnTo>
                    <a:lnTo>
                      <a:pt x="1330006" y="1027711"/>
                    </a:lnTo>
                    <a:lnTo>
                      <a:pt x="1330325" y="1030901"/>
                    </a:lnTo>
                    <a:lnTo>
                      <a:pt x="1330006" y="1034090"/>
                    </a:lnTo>
                    <a:lnTo>
                      <a:pt x="1329368" y="1036004"/>
                    </a:lnTo>
                    <a:lnTo>
                      <a:pt x="1327774" y="1038236"/>
                    </a:lnTo>
                    <a:lnTo>
                      <a:pt x="1228904" y="1099472"/>
                    </a:lnTo>
                    <a:lnTo>
                      <a:pt x="1226990" y="1101066"/>
                    </a:lnTo>
                    <a:lnTo>
                      <a:pt x="1225396" y="1102342"/>
                    </a:lnTo>
                    <a:lnTo>
                      <a:pt x="1223163" y="1103618"/>
                    </a:lnTo>
                    <a:lnTo>
                      <a:pt x="1220930" y="1104575"/>
                    </a:lnTo>
                    <a:lnTo>
                      <a:pt x="1219017" y="1105213"/>
                    </a:lnTo>
                    <a:lnTo>
                      <a:pt x="1216784" y="1105850"/>
                    </a:lnTo>
                    <a:lnTo>
                      <a:pt x="1212000" y="1106488"/>
                    </a:lnTo>
                    <a:lnTo>
                      <a:pt x="1207854" y="1105850"/>
                    </a:lnTo>
                    <a:lnTo>
                      <a:pt x="1205622" y="1105213"/>
                    </a:lnTo>
                    <a:lnTo>
                      <a:pt x="1203389" y="1104575"/>
                    </a:lnTo>
                    <a:lnTo>
                      <a:pt x="1201475" y="1103618"/>
                    </a:lnTo>
                    <a:lnTo>
                      <a:pt x="1199243" y="1102342"/>
                    </a:lnTo>
                    <a:lnTo>
                      <a:pt x="1197329" y="1101066"/>
                    </a:lnTo>
                    <a:lnTo>
                      <a:pt x="1195735" y="1099472"/>
                    </a:lnTo>
                    <a:lnTo>
                      <a:pt x="1194140" y="1097558"/>
                    </a:lnTo>
                    <a:lnTo>
                      <a:pt x="1192864" y="1095963"/>
                    </a:lnTo>
                    <a:lnTo>
                      <a:pt x="1191588" y="1093731"/>
                    </a:lnTo>
                    <a:lnTo>
                      <a:pt x="1190632" y="1091817"/>
                    </a:lnTo>
                    <a:lnTo>
                      <a:pt x="1189356" y="1087352"/>
                    </a:lnTo>
                    <a:lnTo>
                      <a:pt x="1189037" y="1082887"/>
                    </a:lnTo>
                    <a:lnTo>
                      <a:pt x="1189356" y="1078741"/>
                    </a:lnTo>
                    <a:lnTo>
                      <a:pt x="1190632" y="1074276"/>
                    </a:lnTo>
                    <a:lnTo>
                      <a:pt x="1191588" y="1072043"/>
                    </a:lnTo>
                    <a:lnTo>
                      <a:pt x="1192864" y="1070130"/>
                    </a:lnTo>
                    <a:lnTo>
                      <a:pt x="1194140" y="1068535"/>
                    </a:lnTo>
                    <a:lnTo>
                      <a:pt x="1195735" y="1066621"/>
                    </a:lnTo>
                    <a:lnTo>
                      <a:pt x="1257289" y="967433"/>
                    </a:lnTo>
                    <a:lnTo>
                      <a:pt x="1258884" y="965838"/>
                    </a:lnTo>
                    <a:lnTo>
                      <a:pt x="1261435" y="965200"/>
                    </a:lnTo>
                    <a:close/>
                    <a:moveTo>
                      <a:pt x="346041" y="844550"/>
                    </a:moveTo>
                    <a:lnTo>
                      <a:pt x="350799" y="844550"/>
                    </a:lnTo>
                    <a:lnTo>
                      <a:pt x="658851" y="844550"/>
                    </a:lnTo>
                    <a:lnTo>
                      <a:pt x="663927" y="844550"/>
                    </a:lnTo>
                    <a:lnTo>
                      <a:pt x="669003" y="845185"/>
                    </a:lnTo>
                    <a:lnTo>
                      <a:pt x="673762" y="846773"/>
                    </a:lnTo>
                    <a:lnTo>
                      <a:pt x="678204" y="848043"/>
                    </a:lnTo>
                    <a:lnTo>
                      <a:pt x="682645" y="850265"/>
                    </a:lnTo>
                    <a:lnTo>
                      <a:pt x="686452" y="852805"/>
                    </a:lnTo>
                    <a:lnTo>
                      <a:pt x="690259" y="855345"/>
                    </a:lnTo>
                    <a:lnTo>
                      <a:pt x="693749" y="858838"/>
                    </a:lnTo>
                    <a:lnTo>
                      <a:pt x="697239" y="862330"/>
                    </a:lnTo>
                    <a:lnTo>
                      <a:pt x="699777" y="865823"/>
                    </a:lnTo>
                    <a:lnTo>
                      <a:pt x="702315" y="869950"/>
                    </a:lnTo>
                    <a:lnTo>
                      <a:pt x="704218" y="874395"/>
                    </a:lnTo>
                    <a:lnTo>
                      <a:pt x="705804" y="879158"/>
                    </a:lnTo>
                    <a:lnTo>
                      <a:pt x="707391" y="883920"/>
                    </a:lnTo>
                    <a:lnTo>
                      <a:pt x="708025" y="888683"/>
                    </a:lnTo>
                    <a:lnTo>
                      <a:pt x="708025" y="893763"/>
                    </a:lnTo>
                    <a:lnTo>
                      <a:pt x="708025" y="898843"/>
                    </a:lnTo>
                    <a:lnTo>
                      <a:pt x="707391" y="903605"/>
                    </a:lnTo>
                    <a:lnTo>
                      <a:pt x="705804" y="908368"/>
                    </a:lnTo>
                    <a:lnTo>
                      <a:pt x="704218" y="912495"/>
                    </a:lnTo>
                    <a:lnTo>
                      <a:pt x="702315" y="916940"/>
                    </a:lnTo>
                    <a:lnTo>
                      <a:pt x="699777" y="921068"/>
                    </a:lnTo>
                    <a:lnTo>
                      <a:pt x="697239" y="924878"/>
                    </a:lnTo>
                    <a:lnTo>
                      <a:pt x="693749" y="928370"/>
                    </a:lnTo>
                    <a:lnTo>
                      <a:pt x="690259" y="931545"/>
                    </a:lnTo>
                    <a:lnTo>
                      <a:pt x="686452" y="934403"/>
                    </a:lnTo>
                    <a:lnTo>
                      <a:pt x="682645" y="936943"/>
                    </a:lnTo>
                    <a:lnTo>
                      <a:pt x="678204" y="938848"/>
                    </a:lnTo>
                    <a:lnTo>
                      <a:pt x="673762" y="940753"/>
                    </a:lnTo>
                    <a:lnTo>
                      <a:pt x="669003" y="941705"/>
                    </a:lnTo>
                    <a:lnTo>
                      <a:pt x="663927" y="942658"/>
                    </a:lnTo>
                    <a:lnTo>
                      <a:pt x="658851" y="942975"/>
                    </a:lnTo>
                    <a:lnTo>
                      <a:pt x="350799" y="942975"/>
                    </a:lnTo>
                    <a:lnTo>
                      <a:pt x="346041" y="942658"/>
                    </a:lnTo>
                    <a:lnTo>
                      <a:pt x="340965" y="941705"/>
                    </a:lnTo>
                    <a:lnTo>
                      <a:pt x="336206" y="940753"/>
                    </a:lnTo>
                    <a:lnTo>
                      <a:pt x="331764" y="938848"/>
                    </a:lnTo>
                    <a:lnTo>
                      <a:pt x="327323" y="936943"/>
                    </a:lnTo>
                    <a:lnTo>
                      <a:pt x="323516" y="934403"/>
                    </a:lnTo>
                    <a:lnTo>
                      <a:pt x="319391" y="931545"/>
                    </a:lnTo>
                    <a:lnTo>
                      <a:pt x="316219" y="928370"/>
                    </a:lnTo>
                    <a:lnTo>
                      <a:pt x="312729" y="924878"/>
                    </a:lnTo>
                    <a:lnTo>
                      <a:pt x="309874" y="921068"/>
                    </a:lnTo>
                    <a:lnTo>
                      <a:pt x="307653" y="916940"/>
                    </a:lnTo>
                    <a:lnTo>
                      <a:pt x="305432" y="912495"/>
                    </a:lnTo>
                    <a:lnTo>
                      <a:pt x="303846" y="908368"/>
                    </a:lnTo>
                    <a:lnTo>
                      <a:pt x="302577" y="903605"/>
                    </a:lnTo>
                    <a:lnTo>
                      <a:pt x="301943" y="898843"/>
                    </a:lnTo>
                    <a:lnTo>
                      <a:pt x="301625" y="893763"/>
                    </a:lnTo>
                    <a:lnTo>
                      <a:pt x="301943" y="888683"/>
                    </a:lnTo>
                    <a:lnTo>
                      <a:pt x="302577" y="883920"/>
                    </a:lnTo>
                    <a:lnTo>
                      <a:pt x="303846" y="879158"/>
                    </a:lnTo>
                    <a:lnTo>
                      <a:pt x="305432" y="874395"/>
                    </a:lnTo>
                    <a:lnTo>
                      <a:pt x="307336" y="869950"/>
                    </a:lnTo>
                    <a:lnTo>
                      <a:pt x="309874" y="865823"/>
                    </a:lnTo>
                    <a:lnTo>
                      <a:pt x="312729" y="862330"/>
                    </a:lnTo>
                    <a:lnTo>
                      <a:pt x="316219" y="858838"/>
                    </a:lnTo>
                    <a:lnTo>
                      <a:pt x="319391" y="855345"/>
                    </a:lnTo>
                    <a:lnTo>
                      <a:pt x="323516" y="852805"/>
                    </a:lnTo>
                    <a:lnTo>
                      <a:pt x="327323" y="850265"/>
                    </a:lnTo>
                    <a:lnTo>
                      <a:pt x="331764" y="848043"/>
                    </a:lnTo>
                    <a:lnTo>
                      <a:pt x="336206" y="846773"/>
                    </a:lnTo>
                    <a:lnTo>
                      <a:pt x="340965" y="845185"/>
                    </a:lnTo>
                    <a:lnTo>
                      <a:pt x="346041" y="844550"/>
                    </a:lnTo>
                    <a:close/>
                    <a:moveTo>
                      <a:pt x="344144" y="590550"/>
                    </a:moveTo>
                    <a:lnTo>
                      <a:pt x="960782" y="590550"/>
                    </a:lnTo>
                    <a:lnTo>
                      <a:pt x="966812" y="591185"/>
                    </a:lnTo>
                    <a:lnTo>
                      <a:pt x="973159" y="592138"/>
                    </a:lnTo>
                    <a:lnTo>
                      <a:pt x="978871" y="593725"/>
                    </a:lnTo>
                    <a:lnTo>
                      <a:pt x="984584" y="595630"/>
                    </a:lnTo>
                    <a:lnTo>
                      <a:pt x="990296" y="598488"/>
                    </a:lnTo>
                    <a:lnTo>
                      <a:pt x="995374" y="601345"/>
                    </a:lnTo>
                    <a:lnTo>
                      <a:pt x="1000135" y="604838"/>
                    </a:lnTo>
                    <a:lnTo>
                      <a:pt x="1004260" y="608965"/>
                    </a:lnTo>
                    <a:lnTo>
                      <a:pt x="1008386" y="613410"/>
                    </a:lnTo>
                    <a:lnTo>
                      <a:pt x="1011560" y="617855"/>
                    </a:lnTo>
                    <a:lnTo>
                      <a:pt x="1015051" y="623253"/>
                    </a:lnTo>
                    <a:lnTo>
                      <a:pt x="1017590" y="628650"/>
                    </a:lnTo>
                    <a:lnTo>
                      <a:pt x="1019811" y="634048"/>
                    </a:lnTo>
                    <a:lnTo>
                      <a:pt x="1021081" y="639763"/>
                    </a:lnTo>
                    <a:lnTo>
                      <a:pt x="1021715" y="646113"/>
                    </a:lnTo>
                    <a:lnTo>
                      <a:pt x="1022350" y="652145"/>
                    </a:lnTo>
                    <a:lnTo>
                      <a:pt x="1021715" y="658813"/>
                    </a:lnTo>
                    <a:lnTo>
                      <a:pt x="1021081" y="664528"/>
                    </a:lnTo>
                    <a:lnTo>
                      <a:pt x="1019811" y="670878"/>
                    </a:lnTo>
                    <a:lnTo>
                      <a:pt x="1017590" y="676275"/>
                    </a:lnTo>
                    <a:lnTo>
                      <a:pt x="1015051" y="681673"/>
                    </a:lnTo>
                    <a:lnTo>
                      <a:pt x="1011560" y="686753"/>
                    </a:lnTo>
                    <a:lnTo>
                      <a:pt x="1008386" y="691515"/>
                    </a:lnTo>
                    <a:lnTo>
                      <a:pt x="1004260" y="695960"/>
                    </a:lnTo>
                    <a:lnTo>
                      <a:pt x="1000135" y="700088"/>
                    </a:lnTo>
                    <a:lnTo>
                      <a:pt x="995374" y="703580"/>
                    </a:lnTo>
                    <a:lnTo>
                      <a:pt x="990296" y="706438"/>
                    </a:lnTo>
                    <a:lnTo>
                      <a:pt x="984584" y="708978"/>
                    </a:lnTo>
                    <a:lnTo>
                      <a:pt x="978871" y="711200"/>
                    </a:lnTo>
                    <a:lnTo>
                      <a:pt x="973159" y="712788"/>
                    </a:lnTo>
                    <a:lnTo>
                      <a:pt x="966812" y="713740"/>
                    </a:lnTo>
                    <a:lnTo>
                      <a:pt x="960782" y="714375"/>
                    </a:lnTo>
                    <a:lnTo>
                      <a:pt x="344144" y="714375"/>
                    </a:lnTo>
                    <a:lnTo>
                      <a:pt x="338114" y="713740"/>
                    </a:lnTo>
                    <a:lnTo>
                      <a:pt x="331767" y="712788"/>
                    </a:lnTo>
                    <a:lnTo>
                      <a:pt x="326054" y="711200"/>
                    </a:lnTo>
                    <a:lnTo>
                      <a:pt x="320342" y="708978"/>
                    </a:lnTo>
                    <a:lnTo>
                      <a:pt x="314946" y="706438"/>
                    </a:lnTo>
                    <a:lnTo>
                      <a:pt x="309869" y="703580"/>
                    </a:lnTo>
                    <a:lnTo>
                      <a:pt x="305108" y="700088"/>
                    </a:lnTo>
                    <a:lnTo>
                      <a:pt x="300982" y="695960"/>
                    </a:lnTo>
                    <a:lnTo>
                      <a:pt x="296857" y="691515"/>
                    </a:lnTo>
                    <a:lnTo>
                      <a:pt x="293366" y="686753"/>
                    </a:lnTo>
                    <a:lnTo>
                      <a:pt x="290192" y="681673"/>
                    </a:lnTo>
                    <a:lnTo>
                      <a:pt x="287653" y="676275"/>
                    </a:lnTo>
                    <a:lnTo>
                      <a:pt x="285432" y="670878"/>
                    </a:lnTo>
                    <a:lnTo>
                      <a:pt x="284162" y="664528"/>
                    </a:lnTo>
                    <a:lnTo>
                      <a:pt x="282893" y="658813"/>
                    </a:lnTo>
                    <a:lnTo>
                      <a:pt x="282575" y="652145"/>
                    </a:lnTo>
                    <a:lnTo>
                      <a:pt x="282893" y="646113"/>
                    </a:lnTo>
                    <a:lnTo>
                      <a:pt x="284162" y="639763"/>
                    </a:lnTo>
                    <a:lnTo>
                      <a:pt x="285432" y="634048"/>
                    </a:lnTo>
                    <a:lnTo>
                      <a:pt x="287653" y="628650"/>
                    </a:lnTo>
                    <a:lnTo>
                      <a:pt x="290192" y="623253"/>
                    </a:lnTo>
                    <a:lnTo>
                      <a:pt x="293366" y="617855"/>
                    </a:lnTo>
                    <a:lnTo>
                      <a:pt x="296857" y="613410"/>
                    </a:lnTo>
                    <a:lnTo>
                      <a:pt x="300982" y="608965"/>
                    </a:lnTo>
                    <a:lnTo>
                      <a:pt x="305108" y="604838"/>
                    </a:lnTo>
                    <a:lnTo>
                      <a:pt x="309869" y="601345"/>
                    </a:lnTo>
                    <a:lnTo>
                      <a:pt x="314946" y="598488"/>
                    </a:lnTo>
                    <a:lnTo>
                      <a:pt x="320342" y="595630"/>
                    </a:lnTo>
                    <a:lnTo>
                      <a:pt x="326054" y="593725"/>
                    </a:lnTo>
                    <a:lnTo>
                      <a:pt x="331767" y="592138"/>
                    </a:lnTo>
                    <a:lnTo>
                      <a:pt x="338114" y="591185"/>
                    </a:lnTo>
                    <a:lnTo>
                      <a:pt x="344144" y="590550"/>
                    </a:lnTo>
                    <a:close/>
                    <a:moveTo>
                      <a:pt x="1750865" y="411163"/>
                    </a:moveTo>
                    <a:lnTo>
                      <a:pt x="1754043" y="411481"/>
                    </a:lnTo>
                    <a:lnTo>
                      <a:pt x="1757540" y="411798"/>
                    </a:lnTo>
                    <a:lnTo>
                      <a:pt x="1760718" y="413068"/>
                    </a:lnTo>
                    <a:lnTo>
                      <a:pt x="1764214" y="414021"/>
                    </a:lnTo>
                    <a:lnTo>
                      <a:pt x="1767710" y="414973"/>
                    </a:lnTo>
                    <a:lnTo>
                      <a:pt x="1770889" y="416878"/>
                    </a:lnTo>
                    <a:lnTo>
                      <a:pt x="1777563" y="421006"/>
                    </a:lnTo>
                    <a:lnTo>
                      <a:pt x="1784555" y="425768"/>
                    </a:lnTo>
                    <a:lnTo>
                      <a:pt x="1790912" y="431166"/>
                    </a:lnTo>
                    <a:lnTo>
                      <a:pt x="1797904" y="437198"/>
                    </a:lnTo>
                    <a:lnTo>
                      <a:pt x="1812207" y="451486"/>
                    </a:lnTo>
                    <a:lnTo>
                      <a:pt x="1827145" y="466408"/>
                    </a:lnTo>
                    <a:lnTo>
                      <a:pt x="1836680" y="476251"/>
                    </a:lnTo>
                    <a:lnTo>
                      <a:pt x="1851935" y="491173"/>
                    </a:lnTo>
                    <a:lnTo>
                      <a:pt x="1865920" y="505461"/>
                    </a:lnTo>
                    <a:lnTo>
                      <a:pt x="1872277" y="512446"/>
                    </a:lnTo>
                    <a:lnTo>
                      <a:pt x="1877680" y="519431"/>
                    </a:lnTo>
                    <a:lnTo>
                      <a:pt x="1882447" y="525781"/>
                    </a:lnTo>
                    <a:lnTo>
                      <a:pt x="1886579" y="532766"/>
                    </a:lnTo>
                    <a:lnTo>
                      <a:pt x="1888486" y="536258"/>
                    </a:lnTo>
                    <a:lnTo>
                      <a:pt x="1889439" y="539433"/>
                    </a:lnTo>
                    <a:lnTo>
                      <a:pt x="1891029" y="542608"/>
                    </a:lnTo>
                    <a:lnTo>
                      <a:pt x="1891664" y="546101"/>
                    </a:lnTo>
                    <a:lnTo>
                      <a:pt x="1891982" y="549593"/>
                    </a:lnTo>
                    <a:lnTo>
                      <a:pt x="1892300" y="552768"/>
                    </a:lnTo>
                    <a:lnTo>
                      <a:pt x="1892300" y="556261"/>
                    </a:lnTo>
                    <a:lnTo>
                      <a:pt x="1891664" y="559753"/>
                    </a:lnTo>
                    <a:lnTo>
                      <a:pt x="1891029" y="562928"/>
                    </a:lnTo>
                    <a:lnTo>
                      <a:pt x="1889757" y="566738"/>
                    </a:lnTo>
                    <a:lnTo>
                      <a:pt x="1888486" y="570231"/>
                    </a:lnTo>
                    <a:lnTo>
                      <a:pt x="1886261" y="574041"/>
                    </a:lnTo>
                    <a:lnTo>
                      <a:pt x="1884036" y="577533"/>
                    </a:lnTo>
                    <a:lnTo>
                      <a:pt x="1881176" y="581343"/>
                    </a:lnTo>
                    <a:lnTo>
                      <a:pt x="1877680" y="585153"/>
                    </a:lnTo>
                    <a:lnTo>
                      <a:pt x="1874184" y="588963"/>
                    </a:lnTo>
                    <a:lnTo>
                      <a:pt x="1476895" y="985838"/>
                    </a:lnTo>
                    <a:lnTo>
                      <a:pt x="1472763" y="989966"/>
                    </a:lnTo>
                    <a:lnTo>
                      <a:pt x="1468313" y="993458"/>
                    </a:lnTo>
                    <a:lnTo>
                      <a:pt x="1464182" y="996633"/>
                    </a:lnTo>
                    <a:lnTo>
                      <a:pt x="1459732" y="999808"/>
                    </a:lnTo>
                    <a:lnTo>
                      <a:pt x="1455282" y="1002348"/>
                    </a:lnTo>
                    <a:lnTo>
                      <a:pt x="1450515" y="1004888"/>
                    </a:lnTo>
                    <a:lnTo>
                      <a:pt x="1446065" y="1007111"/>
                    </a:lnTo>
                    <a:lnTo>
                      <a:pt x="1440980" y="1009016"/>
                    </a:lnTo>
                    <a:lnTo>
                      <a:pt x="1436212" y="1010921"/>
                    </a:lnTo>
                    <a:lnTo>
                      <a:pt x="1431445" y="1012826"/>
                    </a:lnTo>
                    <a:lnTo>
                      <a:pt x="1426360" y="1013778"/>
                    </a:lnTo>
                    <a:lnTo>
                      <a:pt x="1421274" y="1015366"/>
                    </a:lnTo>
                    <a:lnTo>
                      <a:pt x="1416507" y="1016001"/>
                    </a:lnTo>
                    <a:lnTo>
                      <a:pt x="1411422" y="1016953"/>
                    </a:lnTo>
                    <a:lnTo>
                      <a:pt x="1406336" y="1017271"/>
                    </a:lnTo>
                    <a:lnTo>
                      <a:pt x="1401569" y="1017588"/>
                    </a:lnTo>
                    <a:lnTo>
                      <a:pt x="1396484" y="1017588"/>
                    </a:lnTo>
                    <a:lnTo>
                      <a:pt x="1391716" y="1017271"/>
                    </a:lnTo>
                    <a:lnTo>
                      <a:pt x="1386949" y="1016953"/>
                    </a:lnTo>
                    <a:lnTo>
                      <a:pt x="1382499" y="1015683"/>
                    </a:lnTo>
                    <a:lnTo>
                      <a:pt x="1377731" y="1015048"/>
                    </a:lnTo>
                    <a:lnTo>
                      <a:pt x="1373282" y="1013461"/>
                    </a:lnTo>
                    <a:lnTo>
                      <a:pt x="1368832" y="1012191"/>
                    </a:lnTo>
                    <a:lnTo>
                      <a:pt x="1364700" y="1010286"/>
                    </a:lnTo>
                    <a:lnTo>
                      <a:pt x="1360886" y="1008063"/>
                    </a:lnTo>
                    <a:lnTo>
                      <a:pt x="1357072" y="1005523"/>
                    </a:lnTo>
                    <a:lnTo>
                      <a:pt x="1353576" y="1002983"/>
                    </a:lnTo>
                    <a:lnTo>
                      <a:pt x="1350080" y="1000126"/>
                    </a:lnTo>
                    <a:lnTo>
                      <a:pt x="1347220" y="996633"/>
                    </a:lnTo>
                    <a:lnTo>
                      <a:pt x="1344359" y="993458"/>
                    </a:lnTo>
                    <a:lnTo>
                      <a:pt x="1341817" y="989331"/>
                    </a:lnTo>
                    <a:lnTo>
                      <a:pt x="1339274" y="985521"/>
                    </a:lnTo>
                    <a:lnTo>
                      <a:pt x="1337367" y="981076"/>
                    </a:lnTo>
                    <a:lnTo>
                      <a:pt x="1335778" y="976313"/>
                    </a:lnTo>
                    <a:lnTo>
                      <a:pt x="1326561" y="967106"/>
                    </a:lnTo>
                    <a:lnTo>
                      <a:pt x="1322111" y="965518"/>
                    </a:lnTo>
                    <a:lnTo>
                      <a:pt x="1317979" y="963296"/>
                    </a:lnTo>
                    <a:lnTo>
                      <a:pt x="1314165" y="961073"/>
                    </a:lnTo>
                    <a:lnTo>
                      <a:pt x="1310351" y="958851"/>
                    </a:lnTo>
                    <a:lnTo>
                      <a:pt x="1307173" y="956311"/>
                    </a:lnTo>
                    <a:lnTo>
                      <a:pt x="1303995" y="953453"/>
                    </a:lnTo>
                    <a:lnTo>
                      <a:pt x="1301134" y="950913"/>
                    </a:lnTo>
                    <a:lnTo>
                      <a:pt x="1298274" y="948056"/>
                    </a:lnTo>
                    <a:lnTo>
                      <a:pt x="1295731" y="944563"/>
                    </a:lnTo>
                    <a:lnTo>
                      <a:pt x="1293824" y="941706"/>
                    </a:lnTo>
                    <a:lnTo>
                      <a:pt x="1291599" y="938531"/>
                    </a:lnTo>
                    <a:lnTo>
                      <a:pt x="1289692" y="935038"/>
                    </a:lnTo>
                    <a:lnTo>
                      <a:pt x="1288103" y="931546"/>
                    </a:lnTo>
                    <a:lnTo>
                      <a:pt x="1286832" y="928371"/>
                    </a:lnTo>
                    <a:lnTo>
                      <a:pt x="1284607" y="921068"/>
                    </a:lnTo>
                    <a:lnTo>
                      <a:pt x="1283336" y="913448"/>
                    </a:lnTo>
                    <a:lnTo>
                      <a:pt x="1282700" y="905511"/>
                    </a:lnTo>
                    <a:lnTo>
                      <a:pt x="1283018" y="897573"/>
                    </a:lnTo>
                    <a:lnTo>
                      <a:pt x="1283971" y="889953"/>
                    </a:lnTo>
                    <a:lnTo>
                      <a:pt x="1285560" y="882016"/>
                    </a:lnTo>
                    <a:lnTo>
                      <a:pt x="1287785" y="874078"/>
                    </a:lnTo>
                    <a:lnTo>
                      <a:pt x="1290646" y="866141"/>
                    </a:lnTo>
                    <a:lnTo>
                      <a:pt x="1294142" y="858521"/>
                    </a:lnTo>
                    <a:lnTo>
                      <a:pt x="1298909" y="849948"/>
                    </a:lnTo>
                    <a:lnTo>
                      <a:pt x="1304313" y="841376"/>
                    </a:lnTo>
                    <a:lnTo>
                      <a:pt x="1310351" y="833756"/>
                    </a:lnTo>
                    <a:lnTo>
                      <a:pt x="1317026" y="826136"/>
                    </a:lnTo>
                    <a:lnTo>
                      <a:pt x="1714315" y="429261"/>
                    </a:lnTo>
                    <a:lnTo>
                      <a:pt x="1718446" y="425768"/>
                    </a:lnTo>
                    <a:lnTo>
                      <a:pt x="1721943" y="422276"/>
                    </a:lnTo>
                    <a:lnTo>
                      <a:pt x="1726074" y="419736"/>
                    </a:lnTo>
                    <a:lnTo>
                      <a:pt x="1729571" y="417196"/>
                    </a:lnTo>
                    <a:lnTo>
                      <a:pt x="1733384" y="415608"/>
                    </a:lnTo>
                    <a:lnTo>
                      <a:pt x="1736881" y="414021"/>
                    </a:lnTo>
                    <a:lnTo>
                      <a:pt x="1740377" y="412433"/>
                    </a:lnTo>
                    <a:lnTo>
                      <a:pt x="1743873" y="411798"/>
                    </a:lnTo>
                    <a:lnTo>
                      <a:pt x="1747051" y="411481"/>
                    </a:lnTo>
                    <a:lnTo>
                      <a:pt x="1750865" y="411163"/>
                    </a:lnTo>
                    <a:close/>
                    <a:moveTo>
                      <a:pt x="198373" y="319088"/>
                    </a:moveTo>
                    <a:lnTo>
                      <a:pt x="1557783" y="319088"/>
                    </a:lnTo>
                    <a:lnTo>
                      <a:pt x="1453042" y="423822"/>
                    </a:lnTo>
                    <a:lnTo>
                      <a:pt x="315492" y="423822"/>
                    </a:lnTo>
                    <a:lnTo>
                      <a:pt x="305336" y="424140"/>
                    </a:lnTo>
                    <a:lnTo>
                      <a:pt x="295179" y="424774"/>
                    </a:lnTo>
                    <a:lnTo>
                      <a:pt x="285340" y="426361"/>
                    </a:lnTo>
                    <a:lnTo>
                      <a:pt x="275500" y="427631"/>
                    </a:lnTo>
                    <a:lnTo>
                      <a:pt x="265979" y="429852"/>
                    </a:lnTo>
                    <a:lnTo>
                      <a:pt x="256457" y="433026"/>
                    </a:lnTo>
                    <a:lnTo>
                      <a:pt x="247570" y="435882"/>
                    </a:lnTo>
                    <a:lnTo>
                      <a:pt x="238365" y="439374"/>
                    </a:lnTo>
                    <a:lnTo>
                      <a:pt x="229478" y="443499"/>
                    </a:lnTo>
                    <a:lnTo>
                      <a:pt x="221226" y="447943"/>
                    </a:lnTo>
                    <a:lnTo>
                      <a:pt x="212973" y="452703"/>
                    </a:lnTo>
                    <a:lnTo>
                      <a:pt x="204721" y="457781"/>
                    </a:lnTo>
                    <a:lnTo>
                      <a:pt x="196786" y="463494"/>
                    </a:lnTo>
                    <a:lnTo>
                      <a:pt x="189486" y="469207"/>
                    </a:lnTo>
                    <a:lnTo>
                      <a:pt x="182186" y="475554"/>
                    </a:lnTo>
                    <a:lnTo>
                      <a:pt x="175203" y="481902"/>
                    </a:lnTo>
                    <a:lnTo>
                      <a:pt x="168855" y="488884"/>
                    </a:lnTo>
                    <a:lnTo>
                      <a:pt x="162507" y="496184"/>
                    </a:lnTo>
                    <a:lnTo>
                      <a:pt x="156794" y="503483"/>
                    </a:lnTo>
                    <a:lnTo>
                      <a:pt x="151398" y="511100"/>
                    </a:lnTo>
                    <a:lnTo>
                      <a:pt x="145685" y="519670"/>
                    </a:lnTo>
                    <a:lnTo>
                      <a:pt x="140924" y="527604"/>
                    </a:lnTo>
                    <a:lnTo>
                      <a:pt x="136798" y="536490"/>
                    </a:lnTo>
                    <a:lnTo>
                      <a:pt x="132672" y="545060"/>
                    </a:lnTo>
                    <a:lnTo>
                      <a:pt x="129498" y="554263"/>
                    </a:lnTo>
                    <a:lnTo>
                      <a:pt x="126007" y="563150"/>
                    </a:lnTo>
                    <a:lnTo>
                      <a:pt x="123468" y="572671"/>
                    </a:lnTo>
                    <a:lnTo>
                      <a:pt x="121246" y="582193"/>
                    </a:lnTo>
                    <a:lnTo>
                      <a:pt x="119659" y="592031"/>
                    </a:lnTo>
                    <a:lnTo>
                      <a:pt x="118072" y="601870"/>
                    </a:lnTo>
                    <a:lnTo>
                      <a:pt x="117437" y="612026"/>
                    </a:lnTo>
                    <a:lnTo>
                      <a:pt x="117437" y="622182"/>
                    </a:lnTo>
                    <a:lnTo>
                      <a:pt x="117437" y="1633658"/>
                    </a:lnTo>
                    <a:lnTo>
                      <a:pt x="117437" y="1643814"/>
                    </a:lnTo>
                    <a:lnTo>
                      <a:pt x="118072" y="1653970"/>
                    </a:lnTo>
                    <a:lnTo>
                      <a:pt x="119659" y="1663808"/>
                    </a:lnTo>
                    <a:lnTo>
                      <a:pt x="121246" y="1673647"/>
                    </a:lnTo>
                    <a:lnTo>
                      <a:pt x="123468" y="1683168"/>
                    </a:lnTo>
                    <a:lnTo>
                      <a:pt x="126007" y="1692689"/>
                    </a:lnTo>
                    <a:lnTo>
                      <a:pt x="129498" y="1701576"/>
                    </a:lnTo>
                    <a:lnTo>
                      <a:pt x="132672" y="1710780"/>
                    </a:lnTo>
                    <a:lnTo>
                      <a:pt x="136798" y="1719666"/>
                    </a:lnTo>
                    <a:lnTo>
                      <a:pt x="140924" y="1728235"/>
                    </a:lnTo>
                    <a:lnTo>
                      <a:pt x="145685" y="1736170"/>
                    </a:lnTo>
                    <a:lnTo>
                      <a:pt x="151398" y="1744739"/>
                    </a:lnTo>
                    <a:lnTo>
                      <a:pt x="156794" y="1752356"/>
                    </a:lnTo>
                    <a:lnTo>
                      <a:pt x="162507" y="1759656"/>
                    </a:lnTo>
                    <a:lnTo>
                      <a:pt x="168855" y="1766955"/>
                    </a:lnTo>
                    <a:lnTo>
                      <a:pt x="175203" y="1773938"/>
                    </a:lnTo>
                    <a:lnTo>
                      <a:pt x="182186" y="1780285"/>
                    </a:lnTo>
                    <a:lnTo>
                      <a:pt x="189486" y="1786633"/>
                    </a:lnTo>
                    <a:lnTo>
                      <a:pt x="196786" y="1792345"/>
                    </a:lnTo>
                    <a:lnTo>
                      <a:pt x="204721" y="1798375"/>
                    </a:lnTo>
                    <a:lnTo>
                      <a:pt x="212973" y="1803453"/>
                    </a:lnTo>
                    <a:lnTo>
                      <a:pt x="221226" y="1808214"/>
                    </a:lnTo>
                    <a:lnTo>
                      <a:pt x="229478" y="1812340"/>
                    </a:lnTo>
                    <a:lnTo>
                      <a:pt x="238365" y="1816466"/>
                    </a:lnTo>
                    <a:lnTo>
                      <a:pt x="247570" y="1819640"/>
                    </a:lnTo>
                    <a:lnTo>
                      <a:pt x="256457" y="1823131"/>
                    </a:lnTo>
                    <a:lnTo>
                      <a:pt x="265979" y="1825670"/>
                    </a:lnTo>
                    <a:lnTo>
                      <a:pt x="275500" y="1827891"/>
                    </a:lnTo>
                    <a:lnTo>
                      <a:pt x="285340" y="1829478"/>
                    </a:lnTo>
                    <a:lnTo>
                      <a:pt x="295179" y="1831065"/>
                    </a:lnTo>
                    <a:lnTo>
                      <a:pt x="305336" y="1831700"/>
                    </a:lnTo>
                    <a:lnTo>
                      <a:pt x="315492" y="1831700"/>
                    </a:lnTo>
                    <a:lnTo>
                      <a:pt x="1632371" y="1831700"/>
                    </a:lnTo>
                    <a:lnTo>
                      <a:pt x="1642527" y="1831700"/>
                    </a:lnTo>
                    <a:lnTo>
                      <a:pt x="1652367" y="1831065"/>
                    </a:lnTo>
                    <a:lnTo>
                      <a:pt x="1662523" y="1829478"/>
                    </a:lnTo>
                    <a:lnTo>
                      <a:pt x="1672045" y="1827891"/>
                    </a:lnTo>
                    <a:lnTo>
                      <a:pt x="1681885" y="1825670"/>
                    </a:lnTo>
                    <a:lnTo>
                      <a:pt x="1691089" y="1823131"/>
                    </a:lnTo>
                    <a:lnTo>
                      <a:pt x="1700611" y="1819640"/>
                    </a:lnTo>
                    <a:lnTo>
                      <a:pt x="1709181" y="1816466"/>
                    </a:lnTo>
                    <a:lnTo>
                      <a:pt x="1718385" y="1812340"/>
                    </a:lnTo>
                    <a:lnTo>
                      <a:pt x="1726637" y="1808214"/>
                    </a:lnTo>
                    <a:lnTo>
                      <a:pt x="1735207" y="1803453"/>
                    </a:lnTo>
                    <a:lnTo>
                      <a:pt x="1743142" y="1798375"/>
                    </a:lnTo>
                    <a:lnTo>
                      <a:pt x="1750760" y="1792345"/>
                    </a:lnTo>
                    <a:lnTo>
                      <a:pt x="1758377" y="1786633"/>
                    </a:lnTo>
                    <a:lnTo>
                      <a:pt x="1765677" y="1780285"/>
                    </a:lnTo>
                    <a:lnTo>
                      <a:pt x="1772660" y="1773938"/>
                    </a:lnTo>
                    <a:lnTo>
                      <a:pt x="1779325" y="1766955"/>
                    </a:lnTo>
                    <a:lnTo>
                      <a:pt x="1785356" y="1759973"/>
                    </a:lnTo>
                    <a:lnTo>
                      <a:pt x="1791069" y="1752356"/>
                    </a:lnTo>
                    <a:lnTo>
                      <a:pt x="1796782" y="1744739"/>
                    </a:lnTo>
                    <a:lnTo>
                      <a:pt x="1801861" y="1736805"/>
                    </a:lnTo>
                    <a:lnTo>
                      <a:pt x="1806621" y="1728235"/>
                    </a:lnTo>
                    <a:lnTo>
                      <a:pt x="1810748" y="1719666"/>
                    </a:lnTo>
                    <a:lnTo>
                      <a:pt x="1814874" y="1710780"/>
                    </a:lnTo>
                    <a:lnTo>
                      <a:pt x="1818683" y="1702211"/>
                    </a:lnTo>
                    <a:lnTo>
                      <a:pt x="1821857" y="1692689"/>
                    </a:lnTo>
                    <a:lnTo>
                      <a:pt x="1824396" y="1683168"/>
                    </a:lnTo>
                    <a:lnTo>
                      <a:pt x="1826617" y="1673647"/>
                    </a:lnTo>
                    <a:lnTo>
                      <a:pt x="1828522" y="1663808"/>
                    </a:lnTo>
                    <a:lnTo>
                      <a:pt x="1829474" y="1653970"/>
                    </a:lnTo>
                    <a:lnTo>
                      <a:pt x="1830109" y="1643814"/>
                    </a:lnTo>
                    <a:lnTo>
                      <a:pt x="1830426" y="1633658"/>
                    </a:lnTo>
                    <a:lnTo>
                      <a:pt x="1830426" y="1113162"/>
                    </a:lnTo>
                    <a:lnTo>
                      <a:pt x="1830426" y="773570"/>
                    </a:lnTo>
                    <a:lnTo>
                      <a:pt x="1947863" y="656458"/>
                    </a:lnTo>
                    <a:lnTo>
                      <a:pt x="1947863" y="1738391"/>
                    </a:lnTo>
                    <a:lnTo>
                      <a:pt x="1947546" y="1748865"/>
                    </a:lnTo>
                    <a:lnTo>
                      <a:pt x="1946911" y="1758704"/>
                    </a:lnTo>
                    <a:lnTo>
                      <a:pt x="1945324" y="1768860"/>
                    </a:lnTo>
                    <a:lnTo>
                      <a:pt x="1943419" y="1778063"/>
                    </a:lnTo>
                    <a:lnTo>
                      <a:pt x="1941198" y="1787902"/>
                    </a:lnTo>
                    <a:lnTo>
                      <a:pt x="1938659" y="1797423"/>
                    </a:lnTo>
                    <a:lnTo>
                      <a:pt x="1935802" y="1806627"/>
                    </a:lnTo>
                    <a:lnTo>
                      <a:pt x="1932311" y="1815831"/>
                    </a:lnTo>
                    <a:lnTo>
                      <a:pt x="1928184" y="1824400"/>
                    </a:lnTo>
                    <a:lnTo>
                      <a:pt x="1923741" y="1832969"/>
                    </a:lnTo>
                    <a:lnTo>
                      <a:pt x="1918980" y="1841221"/>
                    </a:lnTo>
                    <a:lnTo>
                      <a:pt x="1913902" y="1849156"/>
                    </a:lnTo>
                    <a:lnTo>
                      <a:pt x="1908188" y="1856773"/>
                    </a:lnTo>
                    <a:lnTo>
                      <a:pt x="1902475" y="1864707"/>
                    </a:lnTo>
                    <a:lnTo>
                      <a:pt x="1896127" y="1871689"/>
                    </a:lnTo>
                    <a:lnTo>
                      <a:pt x="1889462" y="1878671"/>
                    </a:lnTo>
                    <a:lnTo>
                      <a:pt x="1882797" y="1885336"/>
                    </a:lnTo>
                    <a:lnTo>
                      <a:pt x="1875497" y="1891366"/>
                    </a:lnTo>
                    <a:lnTo>
                      <a:pt x="1868197" y="1897397"/>
                    </a:lnTo>
                    <a:lnTo>
                      <a:pt x="1860579" y="1902792"/>
                    </a:lnTo>
                    <a:lnTo>
                      <a:pt x="1852327" y="1907870"/>
                    </a:lnTo>
                    <a:lnTo>
                      <a:pt x="1844074" y="1912631"/>
                    </a:lnTo>
                    <a:lnTo>
                      <a:pt x="1835187" y="1917074"/>
                    </a:lnTo>
                    <a:lnTo>
                      <a:pt x="1826617" y="1920882"/>
                    </a:lnTo>
                    <a:lnTo>
                      <a:pt x="1817413" y="1924691"/>
                    </a:lnTo>
                    <a:lnTo>
                      <a:pt x="1808209" y="1927865"/>
                    </a:lnTo>
                    <a:lnTo>
                      <a:pt x="1799004" y="1930404"/>
                    </a:lnTo>
                    <a:lnTo>
                      <a:pt x="1789482" y="1932625"/>
                    </a:lnTo>
                    <a:lnTo>
                      <a:pt x="1779643" y="1934530"/>
                    </a:lnTo>
                    <a:lnTo>
                      <a:pt x="1769803" y="1935482"/>
                    </a:lnTo>
                    <a:lnTo>
                      <a:pt x="1759647" y="1936434"/>
                    </a:lnTo>
                    <a:lnTo>
                      <a:pt x="1749173" y="1936751"/>
                    </a:lnTo>
                    <a:lnTo>
                      <a:pt x="198373" y="1936751"/>
                    </a:lnTo>
                    <a:lnTo>
                      <a:pt x="188216" y="1936434"/>
                    </a:lnTo>
                    <a:lnTo>
                      <a:pt x="178377" y="1935482"/>
                    </a:lnTo>
                    <a:lnTo>
                      <a:pt x="168538" y="1934530"/>
                    </a:lnTo>
                    <a:lnTo>
                      <a:pt x="158699" y="1932625"/>
                    </a:lnTo>
                    <a:lnTo>
                      <a:pt x="148859" y="1930404"/>
                    </a:lnTo>
                    <a:lnTo>
                      <a:pt x="139655" y="1927865"/>
                    </a:lnTo>
                    <a:lnTo>
                      <a:pt x="130133" y="1924691"/>
                    </a:lnTo>
                    <a:lnTo>
                      <a:pt x="121246" y="1920882"/>
                    </a:lnTo>
                    <a:lnTo>
                      <a:pt x="112359" y="1917074"/>
                    </a:lnTo>
                    <a:lnTo>
                      <a:pt x="103789" y="1912631"/>
                    </a:lnTo>
                    <a:lnTo>
                      <a:pt x="95537" y="1907870"/>
                    </a:lnTo>
                    <a:lnTo>
                      <a:pt x="87602" y="1902792"/>
                    </a:lnTo>
                    <a:lnTo>
                      <a:pt x="79984" y="1897397"/>
                    </a:lnTo>
                    <a:lnTo>
                      <a:pt x="72049" y="1891366"/>
                    </a:lnTo>
                    <a:lnTo>
                      <a:pt x="65067" y="1885336"/>
                    </a:lnTo>
                    <a:lnTo>
                      <a:pt x="58084" y="1878671"/>
                    </a:lnTo>
                    <a:lnTo>
                      <a:pt x="51418" y="1871689"/>
                    </a:lnTo>
                    <a:lnTo>
                      <a:pt x="45388" y="1864707"/>
                    </a:lnTo>
                    <a:lnTo>
                      <a:pt x="39357" y="1856773"/>
                    </a:lnTo>
                    <a:lnTo>
                      <a:pt x="33962" y="1849156"/>
                    </a:lnTo>
                    <a:lnTo>
                      <a:pt x="28883" y="1841221"/>
                    </a:lnTo>
                    <a:lnTo>
                      <a:pt x="24122" y="1832969"/>
                    </a:lnTo>
                    <a:lnTo>
                      <a:pt x="19679" y="1824400"/>
                    </a:lnTo>
                    <a:lnTo>
                      <a:pt x="15870" y="1815831"/>
                    </a:lnTo>
                    <a:lnTo>
                      <a:pt x="12061" y="1806627"/>
                    </a:lnTo>
                    <a:lnTo>
                      <a:pt x="8887" y="1797423"/>
                    </a:lnTo>
                    <a:lnTo>
                      <a:pt x="6348" y="1787902"/>
                    </a:lnTo>
                    <a:lnTo>
                      <a:pt x="4126" y="1778063"/>
                    </a:lnTo>
                    <a:lnTo>
                      <a:pt x="2222" y="1768860"/>
                    </a:lnTo>
                    <a:lnTo>
                      <a:pt x="1270" y="1758704"/>
                    </a:lnTo>
                    <a:lnTo>
                      <a:pt x="318" y="1748865"/>
                    </a:lnTo>
                    <a:lnTo>
                      <a:pt x="0" y="1738391"/>
                    </a:lnTo>
                    <a:lnTo>
                      <a:pt x="0" y="517448"/>
                    </a:lnTo>
                    <a:lnTo>
                      <a:pt x="318" y="507292"/>
                    </a:lnTo>
                    <a:lnTo>
                      <a:pt x="1270" y="497453"/>
                    </a:lnTo>
                    <a:lnTo>
                      <a:pt x="2222" y="487297"/>
                    </a:lnTo>
                    <a:lnTo>
                      <a:pt x="4126" y="477776"/>
                    </a:lnTo>
                    <a:lnTo>
                      <a:pt x="6348" y="467937"/>
                    </a:lnTo>
                    <a:lnTo>
                      <a:pt x="8887" y="458416"/>
                    </a:lnTo>
                    <a:lnTo>
                      <a:pt x="12061" y="449212"/>
                    </a:lnTo>
                    <a:lnTo>
                      <a:pt x="15870" y="440008"/>
                    </a:lnTo>
                    <a:lnTo>
                      <a:pt x="19679" y="431439"/>
                    </a:lnTo>
                    <a:lnTo>
                      <a:pt x="24122" y="423187"/>
                    </a:lnTo>
                    <a:lnTo>
                      <a:pt x="28883" y="414618"/>
                    </a:lnTo>
                    <a:lnTo>
                      <a:pt x="33962" y="406684"/>
                    </a:lnTo>
                    <a:lnTo>
                      <a:pt x="39357" y="399067"/>
                    </a:lnTo>
                    <a:lnTo>
                      <a:pt x="45388" y="391450"/>
                    </a:lnTo>
                    <a:lnTo>
                      <a:pt x="51418" y="384150"/>
                    </a:lnTo>
                    <a:lnTo>
                      <a:pt x="58084" y="377168"/>
                    </a:lnTo>
                    <a:lnTo>
                      <a:pt x="65067" y="370503"/>
                    </a:lnTo>
                    <a:lnTo>
                      <a:pt x="72049" y="364473"/>
                    </a:lnTo>
                    <a:lnTo>
                      <a:pt x="79984" y="358443"/>
                    </a:lnTo>
                    <a:lnTo>
                      <a:pt x="87602" y="353047"/>
                    </a:lnTo>
                    <a:lnTo>
                      <a:pt x="95537" y="347969"/>
                    </a:lnTo>
                    <a:lnTo>
                      <a:pt x="103789" y="343209"/>
                    </a:lnTo>
                    <a:lnTo>
                      <a:pt x="112359" y="338766"/>
                    </a:lnTo>
                    <a:lnTo>
                      <a:pt x="121246" y="334957"/>
                    </a:lnTo>
                    <a:lnTo>
                      <a:pt x="130133" y="331149"/>
                    </a:lnTo>
                    <a:lnTo>
                      <a:pt x="139655" y="328292"/>
                    </a:lnTo>
                    <a:lnTo>
                      <a:pt x="148859" y="325436"/>
                    </a:lnTo>
                    <a:lnTo>
                      <a:pt x="158699" y="323214"/>
                    </a:lnTo>
                    <a:lnTo>
                      <a:pt x="168538" y="321310"/>
                    </a:lnTo>
                    <a:lnTo>
                      <a:pt x="178377" y="320358"/>
                    </a:lnTo>
                    <a:lnTo>
                      <a:pt x="188216" y="319723"/>
                    </a:lnTo>
                    <a:lnTo>
                      <a:pt x="198373" y="319088"/>
                    </a:lnTo>
                    <a:close/>
                    <a:moveTo>
                      <a:pt x="2076641" y="106363"/>
                    </a:moveTo>
                    <a:lnTo>
                      <a:pt x="2082030" y="106363"/>
                    </a:lnTo>
                    <a:lnTo>
                      <a:pt x="2087102" y="106363"/>
                    </a:lnTo>
                    <a:lnTo>
                      <a:pt x="2092174" y="106679"/>
                    </a:lnTo>
                    <a:lnTo>
                      <a:pt x="2097246" y="107313"/>
                    </a:lnTo>
                    <a:lnTo>
                      <a:pt x="2102318" y="108263"/>
                    </a:lnTo>
                    <a:lnTo>
                      <a:pt x="2107390" y="109213"/>
                    </a:lnTo>
                    <a:lnTo>
                      <a:pt x="2112145" y="110797"/>
                    </a:lnTo>
                    <a:lnTo>
                      <a:pt x="2117217" y="112064"/>
                    </a:lnTo>
                    <a:lnTo>
                      <a:pt x="2121972" y="113965"/>
                    </a:lnTo>
                    <a:lnTo>
                      <a:pt x="2126727" y="116182"/>
                    </a:lnTo>
                    <a:lnTo>
                      <a:pt x="2131482" y="118399"/>
                    </a:lnTo>
                    <a:lnTo>
                      <a:pt x="2136237" y="120933"/>
                    </a:lnTo>
                    <a:lnTo>
                      <a:pt x="2140358" y="123784"/>
                    </a:lnTo>
                    <a:lnTo>
                      <a:pt x="2144796" y="126634"/>
                    </a:lnTo>
                    <a:lnTo>
                      <a:pt x="2148916" y="130119"/>
                    </a:lnTo>
                    <a:lnTo>
                      <a:pt x="2153354" y="133603"/>
                    </a:lnTo>
                    <a:lnTo>
                      <a:pt x="2157158" y="137087"/>
                    </a:lnTo>
                    <a:lnTo>
                      <a:pt x="2166351" y="146589"/>
                    </a:lnTo>
                    <a:lnTo>
                      <a:pt x="2169838" y="150707"/>
                    </a:lnTo>
                    <a:lnTo>
                      <a:pt x="2173642" y="154825"/>
                    </a:lnTo>
                    <a:lnTo>
                      <a:pt x="2176812" y="158626"/>
                    </a:lnTo>
                    <a:lnTo>
                      <a:pt x="2179665" y="163060"/>
                    </a:lnTo>
                    <a:lnTo>
                      <a:pt x="2182835" y="167811"/>
                    </a:lnTo>
                    <a:lnTo>
                      <a:pt x="2185371" y="172246"/>
                    </a:lnTo>
                    <a:lnTo>
                      <a:pt x="2187273" y="176997"/>
                    </a:lnTo>
                    <a:lnTo>
                      <a:pt x="2189492" y="181748"/>
                    </a:lnTo>
                    <a:lnTo>
                      <a:pt x="2191394" y="186183"/>
                    </a:lnTo>
                    <a:lnTo>
                      <a:pt x="2192979" y="191567"/>
                    </a:lnTo>
                    <a:lnTo>
                      <a:pt x="2194247" y="196002"/>
                    </a:lnTo>
                    <a:lnTo>
                      <a:pt x="2195515" y="201387"/>
                    </a:lnTo>
                    <a:lnTo>
                      <a:pt x="2196149" y="206454"/>
                    </a:lnTo>
                    <a:lnTo>
                      <a:pt x="2196783" y="211522"/>
                    </a:lnTo>
                    <a:lnTo>
                      <a:pt x="2197100" y="216590"/>
                    </a:lnTo>
                    <a:lnTo>
                      <a:pt x="2197100" y="221658"/>
                    </a:lnTo>
                    <a:lnTo>
                      <a:pt x="2197100" y="226726"/>
                    </a:lnTo>
                    <a:lnTo>
                      <a:pt x="2196783" y="231794"/>
                    </a:lnTo>
                    <a:lnTo>
                      <a:pt x="2196149" y="236862"/>
                    </a:lnTo>
                    <a:lnTo>
                      <a:pt x="2195515" y="241613"/>
                    </a:lnTo>
                    <a:lnTo>
                      <a:pt x="2194247" y="246681"/>
                    </a:lnTo>
                    <a:lnTo>
                      <a:pt x="2192979" y="251749"/>
                    </a:lnTo>
                    <a:lnTo>
                      <a:pt x="2191394" y="256500"/>
                    </a:lnTo>
                    <a:lnTo>
                      <a:pt x="2189492" y="261251"/>
                    </a:lnTo>
                    <a:lnTo>
                      <a:pt x="2187273" y="266319"/>
                    </a:lnTo>
                    <a:lnTo>
                      <a:pt x="2185371" y="270754"/>
                    </a:lnTo>
                    <a:lnTo>
                      <a:pt x="2182835" y="275505"/>
                    </a:lnTo>
                    <a:lnTo>
                      <a:pt x="2179665" y="279623"/>
                    </a:lnTo>
                    <a:lnTo>
                      <a:pt x="2176812" y="284057"/>
                    </a:lnTo>
                    <a:lnTo>
                      <a:pt x="2173642" y="288492"/>
                    </a:lnTo>
                    <a:lnTo>
                      <a:pt x="2169838" y="292609"/>
                    </a:lnTo>
                    <a:lnTo>
                      <a:pt x="2166351" y="296410"/>
                    </a:lnTo>
                    <a:lnTo>
                      <a:pt x="1970764" y="491843"/>
                    </a:lnTo>
                    <a:lnTo>
                      <a:pt x="1967277" y="495010"/>
                    </a:lnTo>
                    <a:lnTo>
                      <a:pt x="1963473" y="498178"/>
                    </a:lnTo>
                    <a:lnTo>
                      <a:pt x="1959986" y="500712"/>
                    </a:lnTo>
                    <a:lnTo>
                      <a:pt x="1956816" y="502612"/>
                    </a:lnTo>
                    <a:lnTo>
                      <a:pt x="1953329" y="504513"/>
                    </a:lnTo>
                    <a:lnTo>
                      <a:pt x="1950476" y="505463"/>
                    </a:lnTo>
                    <a:lnTo>
                      <a:pt x="1947623" y="505780"/>
                    </a:lnTo>
                    <a:lnTo>
                      <a:pt x="1944771" y="506413"/>
                    </a:lnTo>
                    <a:lnTo>
                      <a:pt x="1941918" y="505780"/>
                    </a:lnTo>
                    <a:lnTo>
                      <a:pt x="1939382" y="505463"/>
                    </a:lnTo>
                    <a:lnTo>
                      <a:pt x="1936846" y="504513"/>
                    </a:lnTo>
                    <a:lnTo>
                      <a:pt x="1933993" y="502929"/>
                    </a:lnTo>
                    <a:lnTo>
                      <a:pt x="1931457" y="501662"/>
                    </a:lnTo>
                    <a:lnTo>
                      <a:pt x="1928921" y="499445"/>
                    </a:lnTo>
                    <a:lnTo>
                      <a:pt x="1924166" y="494694"/>
                    </a:lnTo>
                    <a:lnTo>
                      <a:pt x="1919094" y="489309"/>
                    </a:lnTo>
                    <a:lnTo>
                      <a:pt x="1914022" y="482657"/>
                    </a:lnTo>
                    <a:lnTo>
                      <a:pt x="1903561" y="467770"/>
                    </a:lnTo>
                    <a:lnTo>
                      <a:pt x="1897855" y="459852"/>
                    </a:lnTo>
                    <a:lnTo>
                      <a:pt x="1891515" y="451616"/>
                    </a:lnTo>
                    <a:lnTo>
                      <a:pt x="1884541" y="443698"/>
                    </a:lnTo>
                    <a:lnTo>
                      <a:pt x="1877250" y="435779"/>
                    </a:lnTo>
                    <a:lnTo>
                      <a:pt x="1868057" y="426277"/>
                    </a:lnTo>
                    <a:lnTo>
                      <a:pt x="1859815" y="418991"/>
                    </a:lnTo>
                    <a:lnTo>
                      <a:pt x="1851890" y="412023"/>
                    </a:lnTo>
                    <a:lnTo>
                      <a:pt x="1843966" y="406005"/>
                    </a:lnTo>
                    <a:lnTo>
                      <a:pt x="1836041" y="399987"/>
                    </a:lnTo>
                    <a:lnTo>
                      <a:pt x="1820825" y="389217"/>
                    </a:lnTo>
                    <a:lnTo>
                      <a:pt x="1814485" y="384466"/>
                    </a:lnTo>
                    <a:lnTo>
                      <a:pt x="1808462" y="379398"/>
                    </a:lnTo>
                    <a:lnTo>
                      <a:pt x="1804024" y="374647"/>
                    </a:lnTo>
                    <a:lnTo>
                      <a:pt x="1802122" y="372113"/>
                    </a:lnTo>
                    <a:lnTo>
                      <a:pt x="1800220" y="369579"/>
                    </a:lnTo>
                    <a:lnTo>
                      <a:pt x="1798635" y="367045"/>
                    </a:lnTo>
                    <a:lnTo>
                      <a:pt x="1798001" y="364511"/>
                    </a:lnTo>
                    <a:lnTo>
                      <a:pt x="1797367" y="361660"/>
                    </a:lnTo>
                    <a:lnTo>
                      <a:pt x="1797050" y="359126"/>
                    </a:lnTo>
                    <a:lnTo>
                      <a:pt x="1797367" y="355959"/>
                    </a:lnTo>
                    <a:lnTo>
                      <a:pt x="1797684" y="353108"/>
                    </a:lnTo>
                    <a:lnTo>
                      <a:pt x="1798635" y="349941"/>
                    </a:lnTo>
                    <a:lnTo>
                      <a:pt x="1800220" y="346773"/>
                    </a:lnTo>
                    <a:lnTo>
                      <a:pt x="1802439" y="343289"/>
                    </a:lnTo>
                    <a:lnTo>
                      <a:pt x="1804975" y="340122"/>
                    </a:lnTo>
                    <a:lnTo>
                      <a:pt x="1807828" y="336637"/>
                    </a:lnTo>
                    <a:lnTo>
                      <a:pt x="1811632" y="332520"/>
                    </a:lnTo>
                    <a:lnTo>
                      <a:pt x="2006902" y="137087"/>
                    </a:lnTo>
                    <a:lnTo>
                      <a:pt x="2011023" y="133603"/>
                    </a:lnTo>
                    <a:lnTo>
                      <a:pt x="2014827" y="130119"/>
                    </a:lnTo>
                    <a:lnTo>
                      <a:pt x="2019265" y="126634"/>
                    </a:lnTo>
                    <a:lnTo>
                      <a:pt x="2023703" y="123784"/>
                    </a:lnTo>
                    <a:lnTo>
                      <a:pt x="2028141" y="120933"/>
                    </a:lnTo>
                    <a:lnTo>
                      <a:pt x="2032896" y="118399"/>
                    </a:lnTo>
                    <a:lnTo>
                      <a:pt x="2037017" y="116182"/>
                    </a:lnTo>
                    <a:lnTo>
                      <a:pt x="2041772" y="113965"/>
                    </a:lnTo>
                    <a:lnTo>
                      <a:pt x="2046843" y="112064"/>
                    </a:lnTo>
                    <a:lnTo>
                      <a:pt x="2051598" y="110797"/>
                    </a:lnTo>
                    <a:lnTo>
                      <a:pt x="2056670" y="109213"/>
                    </a:lnTo>
                    <a:lnTo>
                      <a:pt x="2061425" y="108263"/>
                    </a:lnTo>
                    <a:lnTo>
                      <a:pt x="2066497" y="107313"/>
                    </a:lnTo>
                    <a:lnTo>
                      <a:pt x="2071569" y="106679"/>
                    </a:lnTo>
                    <a:lnTo>
                      <a:pt x="2076641" y="106363"/>
                    </a:lnTo>
                    <a:close/>
                    <a:moveTo>
                      <a:pt x="2213628" y="19050"/>
                    </a:moveTo>
                    <a:lnTo>
                      <a:pt x="2219371" y="19369"/>
                    </a:lnTo>
                    <a:lnTo>
                      <a:pt x="2225751" y="20007"/>
                    </a:lnTo>
                    <a:lnTo>
                      <a:pt x="2231493" y="21602"/>
                    </a:lnTo>
                    <a:lnTo>
                      <a:pt x="2237236" y="23516"/>
                    </a:lnTo>
                    <a:lnTo>
                      <a:pt x="2242978" y="26387"/>
                    </a:lnTo>
                    <a:lnTo>
                      <a:pt x="2248401" y="29258"/>
                    </a:lnTo>
                    <a:lnTo>
                      <a:pt x="2253506" y="33087"/>
                    </a:lnTo>
                    <a:lnTo>
                      <a:pt x="2258291" y="37234"/>
                    </a:lnTo>
                    <a:lnTo>
                      <a:pt x="2262757" y="42019"/>
                    </a:lnTo>
                    <a:lnTo>
                      <a:pt x="2266266" y="47123"/>
                    </a:lnTo>
                    <a:lnTo>
                      <a:pt x="2269457" y="52547"/>
                    </a:lnTo>
                    <a:lnTo>
                      <a:pt x="2272009" y="58608"/>
                    </a:lnTo>
                    <a:lnTo>
                      <a:pt x="2273923" y="64350"/>
                    </a:lnTo>
                    <a:lnTo>
                      <a:pt x="2275518" y="70412"/>
                    </a:lnTo>
                    <a:lnTo>
                      <a:pt x="2276475" y="76154"/>
                    </a:lnTo>
                    <a:lnTo>
                      <a:pt x="2276475" y="82216"/>
                    </a:lnTo>
                    <a:lnTo>
                      <a:pt x="2276475" y="88277"/>
                    </a:lnTo>
                    <a:lnTo>
                      <a:pt x="2275518" y="94338"/>
                    </a:lnTo>
                    <a:lnTo>
                      <a:pt x="2273923" y="100400"/>
                    </a:lnTo>
                    <a:lnTo>
                      <a:pt x="2272009" y="106142"/>
                    </a:lnTo>
                    <a:lnTo>
                      <a:pt x="2269457" y="111565"/>
                    </a:lnTo>
                    <a:lnTo>
                      <a:pt x="2266266" y="117308"/>
                    </a:lnTo>
                    <a:lnTo>
                      <a:pt x="2262757" y="122412"/>
                    </a:lnTo>
                    <a:lnTo>
                      <a:pt x="2258291" y="126878"/>
                    </a:lnTo>
                    <a:lnTo>
                      <a:pt x="2241064" y="144105"/>
                    </a:lnTo>
                    <a:lnTo>
                      <a:pt x="2236598" y="148253"/>
                    </a:lnTo>
                    <a:lnTo>
                      <a:pt x="2232769" y="150805"/>
                    </a:lnTo>
                    <a:lnTo>
                      <a:pt x="2230855" y="151443"/>
                    </a:lnTo>
                    <a:lnTo>
                      <a:pt x="2228941" y="152400"/>
                    </a:lnTo>
                    <a:lnTo>
                      <a:pt x="2227346" y="152400"/>
                    </a:lnTo>
                    <a:lnTo>
                      <a:pt x="2225751" y="152400"/>
                    </a:lnTo>
                    <a:lnTo>
                      <a:pt x="2224156" y="152081"/>
                    </a:lnTo>
                    <a:lnTo>
                      <a:pt x="2222880" y="151443"/>
                    </a:lnTo>
                    <a:lnTo>
                      <a:pt x="2220009" y="149848"/>
                    </a:lnTo>
                    <a:lnTo>
                      <a:pt x="2217456" y="147295"/>
                    </a:lnTo>
                    <a:lnTo>
                      <a:pt x="2214904" y="143786"/>
                    </a:lnTo>
                    <a:lnTo>
                      <a:pt x="2212352" y="140277"/>
                    </a:lnTo>
                    <a:lnTo>
                      <a:pt x="2209800" y="135811"/>
                    </a:lnTo>
                    <a:lnTo>
                      <a:pt x="2204058" y="126240"/>
                    </a:lnTo>
                    <a:lnTo>
                      <a:pt x="2201186" y="121455"/>
                    </a:lnTo>
                    <a:lnTo>
                      <a:pt x="2197358" y="116351"/>
                    </a:lnTo>
                    <a:lnTo>
                      <a:pt x="2193530" y="111246"/>
                    </a:lnTo>
                    <a:lnTo>
                      <a:pt x="2189064" y="106461"/>
                    </a:lnTo>
                    <a:lnTo>
                      <a:pt x="2184278" y="101995"/>
                    </a:lnTo>
                    <a:lnTo>
                      <a:pt x="2179493" y="98167"/>
                    </a:lnTo>
                    <a:lnTo>
                      <a:pt x="2174389" y="94657"/>
                    </a:lnTo>
                    <a:lnTo>
                      <a:pt x="2169285" y="91467"/>
                    </a:lnTo>
                    <a:lnTo>
                      <a:pt x="2159714" y="85725"/>
                    </a:lnTo>
                    <a:lnTo>
                      <a:pt x="2155248" y="83173"/>
                    </a:lnTo>
                    <a:lnTo>
                      <a:pt x="2151739" y="80620"/>
                    </a:lnTo>
                    <a:lnTo>
                      <a:pt x="2148229" y="78068"/>
                    </a:lnTo>
                    <a:lnTo>
                      <a:pt x="2145677" y="75516"/>
                    </a:lnTo>
                    <a:lnTo>
                      <a:pt x="2144082" y="72964"/>
                    </a:lnTo>
                    <a:lnTo>
                      <a:pt x="2143763" y="71369"/>
                    </a:lnTo>
                    <a:lnTo>
                      <a:pt x="2143125" y="69774"/>
                    </a:lnTo>
                    <a:lnTo>
                      <a:pt x="2143125" y="68179"/>
                    </a:lnTo>
                    <a:lnTo>
                      <a:pt x="2143763" y="66584"/>
                    </a:lnTo>
                    <a:lnTo>
                      <a:pt x="2144082" y="64669"/>
                    </a:lnTo>
                    <a:lnTo>
                      <a:pt x="2144720" y="63074"/>
                    </a:lnTo>
                    <a:lnTo>
                      <a:pt x="2147591" y="59246"/>
                    </a:lnTo>
                    <a:lnTo>
                      <a:pt x="2151419" y="54780"/>
                    </a:lnTo>
                    <a:lnTo>
                      <a:pt x="2168647" y="37234"/>
                    </a:lnTo>
                    <a:lnTo>
                      <a:pt x="2173751" y="33087"/>
                    </a:lnTo>
                    <a:lnTo>
                      <a:pt x="2178855" y="29258"/>
                    </a:lnTo>
                    <a:lnTo>
                      <a:pt x="2183959" y="26387"/>
                    </a:lnTo>
                    <a:lnTo>
                      <a:pt x="2189702" y="23516"/>
                    </a:lnTo>
                    <a:lnTo>
                      <a:pt x="2195125" y="21602"/>
                    </a:lnTo>
                    <a:lnTo>
                      <a:pt x="2201506" y="20007"/>
                    </a:lnTo>
                    <a:lnTo>
                      <a:pt x="2207248" y="19369"/>
                    </a:lnTo>
                    <a:lnTo>
                      <a:pt x="2213628" y="19050"/>
                    </a:lnTo>
                    <a:close/>
                    <a:moveTo>
                      <a:pt x="1985550" y="0"/>
                    </a:moveTo>
                    <a:lnTo>
                      <a:pt x="1989686" y="0"/>
                    </a:lnTo>
                    <a:lnTo>
                      <a:pt x="1993822" y="0"/>
                    </a:lnTo>
                    <a:lnTo>
                      <a:pt x="1997640" y="634"/>
                    </a:lnTo>
                    <a:lnTo>
                      <a:pt x="2001776" y="1903"/>
                    </a:lnTo>
                    <a:lnTo>
                      <a:pt x="2005594" y="2855"/>
                    </a:lnTo>
                    <a:lnTo>
                      <a:pt x="2009411" y="4759"/>
                    </a:lnTo>
                    <a:lnTo>
                      <a:pt x="2012911" y="6980"/>
                    </a:lnTo>
                    <a:lnTo>
                      <a:pt x="2016411" y="9518"/>
                    </a:lnTo>
                    <a:lnTo>
                      <a:pt x="2019592" y="12374"/>
                    </a:lnTo>
                    <a:lnTo>
                      <a:pt x="2022456" y="15229"/>
                    </a:lnTo>
                    <a:lnTo>
                      <a:pt x="2025001" y="19037"/>
                    </a:lnTo>
                    <a:lnTo>
                      <a:pt x="2026910" y="22210"/>
                    </a:lnTo>
                    <a:lnTo>
                      <a:pt x="2028819" y="26334"/>
                    </a:lnTo>
                    <a:lnTo>
                      <a:pt x="2030091" y="29824"/>
                    </a:lnTo>
                    <a:lnTo>
                      <a:pt x="2031364" y="33949"/>
                    </a:lnTo>
                    <a:lnTo>
                      <a:pt x="2031682" y="37757"/>
                    </a:lnTo>
                    <a:lnTo>
                      <a:pt x="2032000" y="41881"/>
                    </a:lnTo>
                    <a:lnTo>
                      <a:pt x="2031682" y="46006"/>
                    </a:lnTo>
                    <a:lnTo>
                      <a:pt x="2031046" y="49813"/>
                    </a:lnTo>
                    <a:lnTo>
                      <a:pt x="2030091" y="53938"/>
                    </a:lnTo>
                    <a:lnTo>
                      <a:pt x="2028819" y="57745"/>
                    </a:lnTo>
                    <a:lnTo>
                      <a:pt x="2026910" y="61553"/>
                    </a:lnTo>
                    <a:lnTo>
                      <a:pt x="2025001" y="65043"/>
                    </a:lnTo>
                    <a:lnTo>
                      <a:pt x="2022456" y="68533"/>
                    </a:lnTo>
                    <a:lnTo>
                      <a:pt x="2019592" y="71706"/>
                    </a:lnTo>
                    <a:lnTo>
                      <a:pt x="1637177" y="453081"/>
                    </a:lnTo>
                    <a:lnTo>
                      <a:pt x="1633995" y="455937"/>
                    </a:lnTo>
                    <a:lnTo>
                      <a:pt x="1630814" y="458158"/>
                    </a:lnTo>
                    <a:lnTo>
                      <a:pt x="1626996" y="460379"/>
                    </a:lnTo>
                    <a:lnTo>
                      <a:pt x="1623496" y="462283"/>
                    </a:lnTo>
                    <a:lnTo>
                      <a:pt x="1619360" y="463552"/>
                    </a:lnTo>
                    <a:lnTo>
                      <a:pt x="1615224" y="464186"/>
                    </a:lnTo>
                    <a:lnTo>
                      <a:pt x="1611407" y="465138"/>
                    </a:lnTo>
                    <a:lnTo>
                      <a:pt x="1607271" y="465138"/>
                    </a:lnTo>
                    <a:lnTo>
                      <a:pt x="1603135" y="465138"/>
                    </a:lnTo>
                    <a:lnTo>
                      <a:pt x="1599317" y="464186"/>
                    </a:lnTo>
                    <a:lnTo>
                      <a:pt x="1595181" y="463552"/>
                    </a:lnTo>
                    <a:lnTo>
                      <a:pt x="1591681" y="462283"/>
                    </a:lnTo>
                    <a:lnTo>
                      <a:pt x="1587864" y="460379"/>
                    </a:lnTo>
                    <a:lnTo>
                      <a:pt x="1584364" y="458158"/>
                    </a:lnTo>
                    <a:lnTo>
                      <a:pt x="1580864" y="455937"/>
                    </a:lnTo>
                    <a:lnTo>
                      <a:pt x="1577683" y="453081"/>
                    </a:lnTo>
                    <a:lnTo>
                      <a:pt x="1574819" y="449591"/>
                    </a:lnTo>
                    <a:lnTo>
                      <a:pt x="1572274" y="446418"/>
                    </a:lnTo>
                    <a:lnTo>
                      <a:pt x="1570047" y="442928"/>
                    </a:lnTo>
                    <a:lnTo>
                      <a:pt x="1568138" y="439121"/>
                    </a:lnTo>
                    <a:lnTo>
                      <a:pt x="1567184" y="435314"/>
                    </a:lnTo>
                    <a:lnTo>
                      <a:pt x="1565911" y="431189"/>
                    </a:lnTo>
                    <a:lnTo>
                      <a:pt x="1565275" y="427381"/>
                    </a:lnTo>
                    <a:lnTo>
                      <a:pt x="1565275" y="423257"/>
                    </a:lnTo>
                    <a:lnTo>
                      <a:pt x="1565275" y="419132"/>
                    </a:lnTo>
                    <a:lnTo>
                      <a:pt x="1565911" y="415007"/>
                    </a:lnTo>
                    <a:lnTo>
                      <a:pt x="1567184" y="411517"/>
                    </a:lnTo>
                    <a:lnTo>
                      <a:pt x="1568138" y="407393"/>
                    </a:lnTo>
                    <a:lnTo>
                      <a:pt x="1570047" y="403902"/>
                    </a:lnTo>
                    <a:lnTo>
                      <a:pt x="1572274" y="400095"/>
                    </a:lnTo>
                    <a:lnTo>
                      <a:pt x="1574819" y="396922"/>
                    </a:lnTo>
                    <a:lnTo>
                      <a:pt x="1577683" y="393749"/>
                    </a:lnTo>
                    <a:lnTo>
                      <a:pt x="1960098" y="12374"/>
                    </a:lnTo>
                    <a:lnTo>
                      <a:pt x="1962962" y="9518"/>
                    </a:lnTo>
                    <a:lnTo>
                      <a:pt x="1966779" y="6980"/>
                    </a:lnTo>
                    <a:lnTo>
                      <a:pt x="1970279" y="4759"/>
                    </a:lnTo>
                    <a:lnTo>
                      <a:pt x="1974097" y="2855"/>
                    </a:lnTo>
                    <a:lnTo>
                      <a:pt x="1977596" y="1903"/>
                    </a:lnTo>
                    <a:lnTo>
                      <a:pt x="1981732" y="634"/>
                    </a:lnTo>
                    <a:lnTo>
                      <a:pt x="198555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>
                <a:scene3d>
                  <a:camera prst="orthographicFront"/>
                  <a:lightRig rig="threePt" dir="t"/>
                </a:scene3d>
                <a:sp3d contourW="12700">
                  <a:contourClr>
                    <a:srgbClr val="FFFFFF"/>
                  </a:contourClr>
                </a:sp3d>
              </a:bodyPr>
              <a:lstStyle/>
              <a:p>
                <a:pPr algn="ctr">
                  <a:defRPr/>
                </a:pPr>
                <a:endParaRPr lang="zh-CN" altLang="en-US" sz="3600" b="1" dirty="0">
                  <a:solidFill>
                    <a:srgbClr val="FFFFFF"/>
                  </a:solidFill>
                  <a:ea typeface="微软雅黑" pitchFamily="34" charset="-122"/>
                </a:endParaRPr>
              </a:p>
            </p:txBody>
          </p:sp>
        </p:grpSp>
        <p:sp>
          <p:nvSpPr>
            <p:cNvPr id="7" name="TextBox 6"/>
            <p:cNvSpPr txBox="1">
              <a:spLocks noChangeArrowheads="1"/>
            </p:cNvSpPr>
            <p:nvPr/>
          </p:nvSpPr>
          <p:spPr bwMode="auto">
            <a:xfrm>
              <a:off x="1465010" y="5062184"/>
              <a:ext cx="3507240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zh-CN" altLang="en-US" sz="3600" b="1" dirty="0">
                  <a:latin typeface="Times New Roman" pitchFamily="18" charset="0"/>
                  <a:ea typeface="黑体" pitchFamily="49" charset="-122"/>
                </a:rPr>
                <a:t>科研论文写作</a:t>
              </a:r>
              <a:endParaRPr lang="zh-CN" altLang="en-US" sz="3600" b="1" dirty="0">
                <a:latin typeface="黑体" pitchFamily="49" charset="-122"/>
                <a:ea typeface="黑体" pitchFamily="49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958665" y="1326432"/>
            <a:ext cx="4405423" cy="684042"/>
            <a:chOff x="958665" y="1326432"/>
            <a:chExt cx="4405423" cy="684042"/>
          </a:xfrm>
        </p:grpSpPr>
        <p:sp>
          <p:nvSpPr>
            <p:cNvPr id="11" name="TextBox 6"/>
            <p:cNvSpPr txBox="1">
              <a:spLocks noChangeArrowheads="1"/>
            </p:cNvSpPr>
            <p:nvPr/>
          </p:nvSpPr>
          <p:spPr bwMode="auto">
            <a:xfrm>
              <a:off x="1132940" y="1326432"/>
              <a:ext cx="4231148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zh-CN" altLang="en-US" sz="3600" b="1" dirty="0">
                  <a:latin typeface="Times New Roman" pitchFamily="18" charset="0"/>
                  <a:ea typeface="黑体" pitchFamily="49" charset="-122"/>
                </a:rPr>
                <a:t>课程考核方式</a:t>
              </a:r>
              <a:endParaRPr lang="zh-CN" altLang="en-US" sz="3600" b="1" dirty="0">
                <a:latin typeface="黑体" pitchFamily="49" charset="-122"/>
                <a:ea typeface="黑体" pitchFamily="49" charset="-122"/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958665" y="1327471"/>
              <a:ext cx="842977" cy="683003"/>
              <a:chOff x="958665" y="1327471"/>
              <a:chExt cx="842977" cy="683003"/>
            </a:xfrm>
          </p:grpSpPr>
          <p:sp>
            <p:nvSpPr>
              <p:cNvPr id="12" name="Freeform 5"/>
              <p:cNvSpPr>
                <a:spLocks/>
              </p:cNvSpPr>
              <p:nvPr/>
            </p:nvSpPr>
            <p:spPr bwMode="auto">
              <a:xfrm>
                <a:off x="958665" y="1327471"/>
                <a:ext cx="842977" cy="683003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F8080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pic>
            <p:nvPicPr>
              <p:cNvPr id="13" name="图片 12" descr="1.jpg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189071" y="1467621"/>
                <a:ext cx="377680" cy="419801"/>
              </a:xfrm>
              <a:prstGeom prst="rect">
                <a:avLst/>
              </a:prstGeom>
            </p:spPr>
          </p:pic>
        </p:grpSp>
      </p:grpSp>
      <p:grpSp>
        <p:nvGrpSpPr>
          <p:cNvPr id="14" name="组合 114"/>
          <p:cNvGrpSpPr/>
          <p:nvPr/>
        </p:nvGrpSpPr>
        <p:grpSpPr>
          <a:xfrm>
            <a:off x="147160" y="2348880"/>
            <a:ext cx="5360944" cy="679778"/>
            <a:chOff x="93137" y="3363717"/>
            <a:chExt cx="5360944" cy="679778"/>
          </a:xfrm>
        </p:grpSpPr>
        <p:grpSp>
          <p:nvGrpSpPr>
            <p:cNvPr id="15" name="组合 105"/>
            <p:cNvGrpSpPr/>
            <p:nvPr/>
          </p:nvGrpSpPr>
          <p:grpSpPr>
            <a:xfrm>
              <a:off x="93137" y="3363717"/>
              <a:ext cx="5360944" cy="679778"/>
              <a:chOff x="93137" y="3363717"/>
              <a:chExt cx="5360944" cy="679778"/>
            </a:xfrm>
          </p:grpSpPr>
          <p:sp>
            <p:nvSpPr>
              <p:cNvPr id="17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18" name="TextBox 6"/>
              <p:cNvSpPr txBox="1">
                <a:spLocks noChangeArrowheads="1"/>
              </p:cNvSpPr>
              <p:nvPr/>
            </p:nvSpPr>
            <p:spPr bwMode="auto">
              <a:xfrm>
                <a:off x="93137" y="3363717"/>
                <a:ext cx="5360944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zh-CN" altLang="en-US" sz="3600" b="1" dirty="0">
                    <a:latin typeface="Times New Roman" pitchFamily="18" charset="0"/>
                    <a:ea typeface="黑体" pitchFamily="49" charset="-122"/>
                  </a:rPr>
                  <a:t>文献查阅</a:t>
                </a:r>
                <a:endParaRPr lang="zh-CN" altLang="en-US" sz="3600" b="1" dirty="0">
                  <a:latin typeface="黑体" pitchFamily="49" charset="-122"/>
                  <a:ea typeface="黑体" pitchFamily="49" charset="-122"/>
                </a:endParaRPr>
              </a:p>
            </p:txBody>
          </p:sp>
        </p:grpSp>
        <p:pic>
          <p:nvPicPr>
            <p:cNvPr id="16" name="图片 15" descr="12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2152610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内容占位符 5122"/>
          <p:cNvSpPr>
            <a:spLocks noGrp="1" noChangeArrowheads="1"/>
          </p:cNvSpPr>
          <p:nvPr>
            <p:ph idx="1"/>
          </p:nvPr>
        </p:nvSpPr>
        <p:spPr>
          <a:xfrm>
            <a:off x="547588" y="980728"/>
            <a:ext cx="8416899" cy="4967287"/>
          </a:xfrm>
        </p:spPr>
        <p:txBody>
          <a:bodyPr/>
          <a:lstStyle/>
          <a:p>
            <a:pPr>
              <a:spcBef>
                <a:spcPts val="24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+mn-ea"/>
                <a:ea typeface="+mn-ea"/>
              </a:rPr>
              <a:t>智能科学与技术专业科研训练是教学计划外的重要实践环节，是课堂教学的延伸与科研教学的重要模式。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+mn-ea"/>
                <a:ea typeface="+mn-ea"/>
              </a:rPr>
              <a:t>在教师指导下，学生将经历完整科研训练，通过文献查阅、资料搜集与写作实战，了解论文阅读与写作过程，切实提升科研能力。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+mn-ea"/>
                <a:ea typeface="+mn-ea"/>
              </a:rPr>
              <a:t>科研选题重在科研素质的培养，因此选题不强调系统设计与实现，重在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算法、设计</a:t>
            </a:r>
            <a:r>
              <a:rPr lang="zh-CN" altLang="en-US" sz="2400" dirty="0">
                <a:latin typeface="+mn-ea"/>
                <a:ea typeface="+mn-ea"/>
              </a:rPr>
              <a:t>等底层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zh-CN" altLang="en-US" dirty="0">
                <a:latin typeface="+mn-ea"/>
              </a:rPr>
              <a:t>成绩构成：</a:t>
            </a:r>
            <a:endParaRPr lang="en-US" altLang="zh-CN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+mn-ea"/>
              </a:rPr>
              <a:t>总成绩：五级制</a:t>
            </a:r>
            <a:endParaRPr lang="en-US" altLang="zh-CN" sz="2000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+mn-ea"/>
              </a:rPr>
              <a:t>论文撰写：</a:t>
            </a:r>
            <a:r>
              <a:rPr lang="en-US" altLang="zh-CN" sz="2000" dirty="0">
                <a:latin typeface="+mn-ea"/>
              </a:rPr>
              <a:t>40%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+mn-ea"/>
              </a:rPr>
              <a:t>验收：</a:t>
            </a:r>
            <a:r>
              <a:rPr lang="en-US" altLang="zh-CN" sz="2000" dirty="0">
                <a:latin typeface="+mn-ea"/>
              </a:rPr>
              <a:t>40%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+mn-ea"/>
              </a:rPr>
              <a:t>提问及讨论：</a:t>
            </a:r>
            <a:r>
              <a:rPr lang="en-US" altLang="zh-CN" sz="2000" dirty="0">
                <a:latin typeface="+mn-ea"/>
              </a:rPr>
              <a:t>20%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+mn-ea"/>
              </a:rPr>
              <a:t>争取优秀的学生，追加答辩</a:t>
            </a:r>
            <a:endParaRPr lang="en-US" altLang="zh-CN" dirty="0">
              <a:latin typeface="+mn-ea"/>
            </a:endParaRPr>
          </a:p>
          <a:p>
            <a:endParaRPr lang="en-US" altLang="zh-CN" dirty="0"/>
          </a:p>
        </p:txBody>
      </p:sp>
      <p:sp>
        <p:nvSpPr>
          <p:cNvPr id="5124" name="灯片编号占位符 2"/>
          <p:cNvSpPr>
            <a:spLocks noGrp="1" noChangeArrowheads="1"/>
          </p:cNvSpPr>
          <p:nvPr>
            <p:ph type="sldNum" sz="quarter" idx="429496729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96EC9F5D-B57F-45F6-90E7-E026F6F0BB59}" type="slidenum">
              <a:rPr lang="zh-CN" altLang="en-US" sz="1200" dirty="0" smtClean="0"/>
              <a:pPr>
                <a:defRPr/>
              </a:pPr>
              <a:t>3</a:t>
            </a:fld>
            <a:endParaRPr lang="zh-CN" altLang="en-US" sz="1200"/>
          </a:p>
        </p:txBody>
      </p:sp>
      <p:grpSp>
        <p:nvGrpSpPr>
          <p:cNvPr id="11" name="组合 10"/>
          <p:cNvGrpSpPr/>
          <p:nvPr/>
        </p:nvGrpSpPr>
        <p:grpSpPr>
          <a:xfrm>
            <a:off x="526617" y="116632"/>
            <a:ext cx="4405423" cy="684042"/>
            <a:chOff x="958665" y="1326432"/>
            <a:chExt cx="4405423" cy="684042"/>
          </a:xfrm>
        </p:grpSpPr>
        <p:sp>
          <p:nvSpPr>
            <p:cNvPr id="12" name="TextBox 6"/>
            <p:cNvSpPr txBox="1">
              <a:spLocks noChangeArrowheads="1"/>
            </p:cNvSpPr>
            <p:nvPr/>
          </p:nvSpPr>
          <p:spPr bwMode="auto">
            <a:xfrm>
              <a:off x="1132940" y="1326432"/>
              <a:ext cx="4231148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zh-CN" altLang="en-US" sz="3600" b="1" dirty="0">
                  <a:latin typeface="Times New Roman" pitchFamily="18" charset="0"/>
                  <a:ea typeface="黑体" pitchFamily="49" charset="-122"/>
                </a:rPr>
                <a:t>课程考核方式</a:t>
              </a:r>
              <a:endParaRPr lang="zh-CN" altLang="en-US" sz="3600" b="1" dirty="0">
                <a:latin typeface="黑体" pitchFamily="49" charset="-122"/>
                <a:ea typeface="黑体" pitchFamily="49" charset="-122"/>
              </a:endParaRP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958665" y="1327471"/>
              <a:ext cx="842977" cy="683003"/>
              <a:chOff x="958665" y="1327471"/>
              <a:chExt cx="842977" cy="683003"/>
            </a:xfrm>
          </p:grpSpPr>
          <p:sp>
            <p:nvSpPr>
              <p:cNvPr id="14" name="Freeform 5"/>
              <p:cNvSpPr>
                <a:spLocks/>
              </p:cNvSpPr>
              <p:nvPr/>
            </p:nvSpPr>
            <p:spPr bwMode="auto">
              <a:xfrm>
                <a:off x="958665" y="1327471"/>
                <a:ext cx="842977" cy="683003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F8080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pic>
            <p:nvPicPr>
              <p:cNvPr id="15" name="图片 14" descr="1.jpg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189071" y="1467621"/>
                <a:ext cx="377680" cy="41980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531110396"/>
      </p:ext>
    </p:extLst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0" name="灯片编号占位符 2"/>
          <p:cNvSpPr>
            <a:spLocks noGrp="1" noChangeArrowheads="1"/>
          </p:cNvSpPr>
          <p:nvPr>
            <p:ph type="sldNum" sz="quarter" idx="429496729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C891B234-B38E-4E1E-A05E-F85F0586C44E}" type="slidenum">
              <a:rPr lang="zh-CN" altLang="en-US" sz="1200" dirty="0" smtClean="0"/>
              <a:pPr>
                <a:defRPr/>
              </a:pPr>
              <a:t>4</a:t>
            </a:fld>
            <a:endParaRPr lang="zh-CN" altLang="en-US" sz="1200"/>
          </a:p>
        </p:txBody>
      </p:sp>
      <p:grpSp>
        <p:nvGrpSpPr>
          <p:cNvPr id="56" name="组合 114"/>
          <p:cNvGrpSpPr/>
          <p:nvPr/>
        </p:nvGrpSpPr>
        <p:grpSpPr>
          <a:xfrm>
            <a:off x="-357640" y="116632"/>
            <a:ext cx="5472608" cy="679778"/>
            <a:chOff x="93137" y="3363717"/>
            <a:chExt cx="5472608" cy="679778"/>
          </a:xfrm>
        </p:grpSpPr>
        <p:grpSp>
          <p:nvGrpSpPr>
            <p:cNvPr id="57" name="组合 105"/>
            <p:cNvGrpSpPr/>
            <p:nvPr/>
          </p:nvGrpSpPr>
          <p:grpSpPr>
            <a:xfrm>
              <a:off x="93137" y="3363717"/>
              <a:ext cx="5472608" cy="679778"/>
              <a:chOff x="93137" y="3363717"/>
              <a:chExt cx="5472608" cy="679778"/>
            </a:xfrm>
          </p:grpSpPr>
          <p:sp>
            <p:nvSpPr>
              <p:cNvPr id="59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60" name="TextBox 6"/>
              <p:cNvSpPr txBox="1">
                <a:spLocks noChangeArrowheads="1"/>
              </p:cNvSpPr>
              <p:nvPr/>
            </p:nvSpPr>
            <p:spPr bwMode="auto">
              <a:xfrm>
                <a:off x="93137" y="3363717"/>
                <a:ext cx="5472608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zh-CN" altLang="en-US" sz="3600" b="1" dirty="0">
                    <a:latin typeface="黑体" pitchFamily="49" charset="-122"/>
                    <a:ea typeface="黑体" pitchFamily="49" charset="-122"/>
                  </a:rPr>
                  <a:t>文献阅读</a:t>
                </a:r>
              </a:p>
            </p:txBody>
          </p:sp>
        </p:grpSp>
        <p:pic>
          <p:nvPicPr>
            <p:cNvPr id="58" name="图片 57" descr="1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40EABF8-600B-422B-9479-F1A5CEA84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1"/>
            <a:ext cx="8229600" cy="4824536"/>
          </a:xfrm>
        </p:spPr>
        <p:txBody>
          <a:bodyPr/>
          <a:lstStyle/>
          <a:p>
            <a:pPr eaLnBrk="0" hangingPunc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+mn-ea"/>
                <a:ea typeface="+mn-ea"/>
              </a:rPr>
              <a:t>文献检索基础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  <a:p>
            <a:pPr lvl="1" indent="-342900" eaLnBrk="0" hangingPunc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+mn-ea"/>
                <a:ea typeface="+mn-ea"/>
              </a:rPr>
              <a:t>常用学术数据库：</a:t>
            </a:r>
          </a:p>
          <a:p>
            <a:pPr marL="1200150" lvl="2" indent="-342900" eaLnBrk="0" hangingPunc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+mn-ea"/>
                <a:ea typeface="+mn-ea"/>
              </a:rPr>
              <a:t>国际顶会/期刊：IEEE Xplore、ACM Digital Library、Springer、arXiv（预印本）</a:t>
            </a:r>
          </a:p>
          <a:p>
            <a:pPr marL="1200150" lvl="2" indent="-342900" eaLnBrk="0" hangingPunc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+mn-ea"/>
                <a:ea typeface="+mn-ea"/>
              </a:rPr>
              <a:t>综合检索工具：Google Scholar、Web of Science、CNKI（中文文献）</a:t>
            </a:r>
          </a:p>
          <a:p>
            <a:pPr lvl="1" indent="-342900" eaLnBrk="0" hangingPunc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+mn-ea"/>
                <a:ea typeface="+mn-ea"/>
              </a:rPr>
              <a:t>检索技巧：</a:t>
            </a:r>
          </a:p>
          <a:p>
            <a:pPr marL="1200150" lvl="2" indent="-342900" eaLnBrk="0" hangingPunc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+mn-ea"/>
                <a:ea typeface="+mn-ea"/>
              </a:rPr>
              <a:t>关键词选择（布尔逻辑符 AND/OR/NOT，通配符 *）</a:t>
            </a:r>
          </a:p>
          <a:p>
            <a:pPr marL="1200150" lvl="2" indent="-342900" eaLnBrk="0" hangingPunc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+mn-ea"/>
                <a:ea typeface="+mn-ea"/>
              </a:rPr>
              <a:t>高级搜索（按时间、作者、被引量筛选）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4556590"/>
      </p:ext>
    </p:extLst>
  </p:cSld>
  <p:clrMapOvr>
    <a:masterClrMapping/>
  </p:clrMapOvr>
  <p:transition spd="slow">
    <p:pull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0" name="灯片编号占位符 2"/>
          <p:cNvSpPr>
            <a:spLocks noGrp="1" noChangeArrowheads="1"/>
          </p:cNvSpPr>
          <p:nvPr>
            <p:ph type="sldNum" sz="quarter" idx="429496729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C891B234-B38E-4E1E-A05E-F85F0586C44E}" type="slidenum">
              <a:rPr lang="zh-CN" altLang="en-US" sz="1200" dirty="0" smtClean="0"/>
              <a:pPr>
                <a:defRPr/>
              </a:pPr>
              <a:t>5</a:t>
            </a:fld>
            <a:endParaRPr lang="zh-CN" altLang="en-US" sz="1200"/>
          </a:p>
        </p:txBody>
      </p:sp>
      <p:grpSp>
        <p:nvGrpSpPr>
          <p:cNvPr id="56" name="组合 114"/>
          <p:cNvGrpSpPr/>
          <p:nvPr/>
        </p:nvGrpSpPr>
        <p:grpSpPr>
          <a:xfrm>
            <a:off x="-357640" y="116632"/>
            <a:ext cx="5472608" cy="679778"/>
            <a:chOff x="93137" y="3363717"/>
            <a:chExt cx="5472608" cy="679778"/>
          </a:xfrm>
        </p:grpSpPr>
        <p:grpSp>
          <p:nvGrpSpPr>
            <p:cNvPr id="57" name="组合 105"/>
            <p:cNvGrpSpPr/>
            <p:nvPr/>
          </p:nvGrpSpPr>
          <p:grpSpPr>
            <a:xfrm>
              <a:off x="93137" y="3363717"/>
              <a:ext cx="5472608" cy="679778"/>
              <a:chOff x="93137" y="3363717"/>
              <a:chExt cx="5472608" cy="679778"/>
            </a:xfrm>
          </p:grpSpPr>
          <p:sp>
            <p:nvSpPr>
              <p:cNvPr id="59" name="Freeform 5"/>
              <p:cNvSpPr>
                <a:spLocks/>
              </p:cNvSpPr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b="1" dirty="0">
                  <a:ea typeface="微软雅黑" pitchFamily="34" charset="-122"/>
                </a:endParaRPr>
              </a:p>
            </p:txBody>
          </p:sp>
          <p:sp>
            <p:nvSpPr>
              <p:cNvPr id="60" name="TextBox 6"/>
              <p:cNvSpPr txBox="1">
                <a:spLocks noChangeArrowheads="1"/>
              </p:cNvSpPr>
              <p:nvPr/>
            </p:nvSpPr>
            <p:spPr bwMode="auto">
              <a:xfrm>
                <a:off x="93137" y="3363717"/>
                <a:ext cx="5472608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zh-CN" altLang="en-US" sz="3600" b="1" dirty="0">
                    <a:latin typeface="黑体" pitchFamily="49" charset="-122"/>
                    <a:ea typeface="黑体" pitchFamily="49" charset="-122"/>
                  </a:rPr>
                  <a:t>文献阅读</a:t>
                </a:r>
              </a:p>
            </p:txBody>
          </p:sp>
        </p:grpSp>
        <p:pic>
          <p:nvPicPr>
            <p:cNvPr id="58" name="图片 57" descr="12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40EABF8-600B-422B-9479-F1A5CEA84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088740"/>
            <a:ext cx="8856984" cy="4824536"/>
          </a:xfrm>
        </p:spPr>
        <p:txBody>
          <a:bodyPr/>
          <a:lstStyle/>
          <a:p>
            <a:pPr eaLnBrk="0" hangingPunc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+mn-ea"/>
                <a:ea typeface="+mn-ea"/>
              </a:rPr>
              <a:t>文献筛选与质量判断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  <a:p>
            <a:pPr lvl="1" indent="-342900" eaLnBrk="0" hangingPunc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+mn-ea"/>
                <a:ea typeface="+mn-ea"/>
              </a:rPr>
              <a:t>如何判断文献价值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+mn-ea"/>
                <a:ea typeface="+mn-ea"/>
              </a:rPr>
              <a:t>：</a:t>
            </a:r>
          </a:p>
          <a:p>
            <a:pPr marL="1200150" lvl="2" indent="-342900" eaLnBrk="0" hangingPunc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+mn-ea"/>
                <a:ea typeface="+mn-ea"/>
              </a:rPr>
              <a:t>期刊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+mn-ea"/>
                <a:ea typeface="+mn-ea"/>
              </a:rPr>
              <a:t>/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+mn-ea"/>
                <a:ea typeface="+mn-ea"/>
              </a:rPr>
              <a:t>会议影响力（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+mn-ea"/>
                <a:ea typeface="+mn-ea"/>
              </a:rPr>
              <a:t>CCF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+mn-ea"/>
                <a:ea typeface="+mn-ea"/>
              </a:rPr>
              <a:t>推荐列表、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+mn-ea"/>
                <a:ea typeface="+mn-ea"/>
              </a:rPr>
              <a:t>JCR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+mn-ea"/>
                <a:ea typeface="+mn-ea"/>
              </a:rPr>
              <a:t>分区、影响因子）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+mn-ea"/>
              <a:ea typeface="+mn-ea"/>
            </a:endParaRPr>
          </a:p>
          <a:p>
            <a:pPr marL="1200150" lvl="2" indent="-342900" eaLnBrk="0" hangingPunc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+mn-ea"/>
                <a:ea typeface="+mn-ea"/>
              </a:rPr>
              <a:t>作者和机构声誉、引用次数、发表时间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+mn-ea"/>
              <a:ea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1800" dirty="0">
                <a:hlinkClick r:id="rId4"/>
              </a:rPr>
              <a:t>【</a:t>
            </a:r>
            <a:r>
              <a:rPr lang="en-US" altLang="zh-CN" sz="1800" dirty="0" err="1">
                <a:hlinkClick r:id="rId4"/>
              </a:rPr>
              <a:t>LetPub</a:t>
            </a:r>
            <a:r>
              <a:rPr lang="en-US" altLang="zh-CN" sz="1800" dirty="0">
                <a:hlinkClick r:id="rId4"/>
              </a:rPr>
              <a:t>】</a:t>
            </a:r>
            <a:r>
              <a:rPr lang="zh-CN" altLang="en-US" sz="1800" dirty="0">
                <a:hlinkClick r:id="rId4"/>
              </a:rPr>
              <a:t>最新</a:t>
            </a:r>
            <a:r>
              <a:rPr lang="en-US" altLang="zh-CN" sz="1800" dirty="0">
                <a:hlinkClick r:id="rId4"/>
              </a:rPr>
              <a:t>SCI</a:t>
            </a:r>
            <a:r>
              <a:rPr lang="zh-CN" altLang="en-US" sz="1800" dirty="0">
                <a:hlinkClick r:id="rId4"/>
              </a:rPr>
              <a:t>期刊影响因子查询及投稿分析系统（</a:t>
            </a:r>
            <a:r>
              <a:rPr lang="en-US" altLang="zh-CN" sz="1800" dirty="0">
                <a:hlinkClick r:id="rId4"/>
              </a:rPr>
              <a:t>2025-2026</a:t>
            </a:r>
            <a:r>
              <a:rPr lang="zh-CN" altLang="en-US" sz="1800" dirty="0">
                <a:hlinkClick r:id="rId4"/>
              </a:rPr>
              <a:t>年） </a:t>
            </a:r>
            <a:r>
              <a:rPr lang="en-US" altLang="zh-CN" sz="1800" dirty="0">
                <a:hlinkClick r:id="rId4"/>
              </a:rPr>
              <a:t>- </a:t>
            </a:r>
            <a:r>
              <a:rPr lang="en-US" altLang="zh-CN" sz="1800" dirty="0" err="1">
                <a:hlinkClick r:id="rId4"/>
              </a:rPr>
              <a:t>LetPub</a:t>
            </a:r>
            <a:endParaRPr lang="en-US" altLang="zh-CN" sz="1800" dirty="0"/>
          </a:p>
          <a:p>
            <a:pPr eaLnBrk="0" hangingPunc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+mn-ea"/>
              <a:ea typeface="+mn-ea"/>
            </a:endParaRPr>
          </a:p>
          <a:p>
            <a:pPr eaLnBrk="0" hangingPunc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+mn-ea"/>
                <a:ea typeface="+mn-ea"/>
              </a:rPr>
              <a:t>文献的阅读方法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  <a:p>
            <a:pPr lvl="1" indent="-342900" eaLnBrk="0" hangingPunc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+mn-ea"/>
                <a:ea typeface="+mn-ea"/>
              </a:rPr>
              <a:t>快速阅读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+mn-ea"/>
                <a:ea typeface="+mn-ea"/>
              </a:rPr>
              <a:t>：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+mn-ea"/>
                <a:ea typeface="+mn-ea"/>
              </a:rPr>
              <a:t>首先浏览标题、摘要、引言和结论，获取文章的基本信息。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+mn-ea"/>
              <a:ea typeface="+mn-ea"/>
            </a:endParaRPr>
          </a:p>
          <a:p>
            <a:pPr lvl="1" indent="-342900" eaLnBrk="0" hangingPunc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404040"/>
                </a:solidFill>
                <a:latin typeface="+mn-ea"/>
                <a:ea typeface="+mn-ea"/>
              </a:rPr>
              <a:t>精读：对于关键的论文，深入阅读相关部分，关注实验方法和结果。</a:t>
            </a:r>
            <a:endParaRPr lang="en-US" altLang="zh-CN" sz="2000" dirty="0">
              <a:solidFill>
                <a:srgbClr val="404040"/>
              </a:solidFill>
              <a:latin typeface="+mn-ea"/>
              <a:ea typeface="+mn-ea"/>
            </a:endParaRPr>
          </a:p>
          <a:p>
            <a:pPr marL="0" indent="0">
              <a:buNone/>
            </a:pPr>
            <a:endParaRPr lang="zh-CN" altLang="en-US" sz="1800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104C8E4F-1B42-4C27-8E8B-59C70576AE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8932066"/>
              </p:ext>
            </p:extLst>
          </p:nvPr>
        </p:nvGraphicFramePr>
        <p:xfrm>
          <a:off x="3851920" y="3104926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Acrobat Document" showAsIcon="1" r:id="rId5" imgW="914359" imgH="792589" progId="Acrobat.Document.DC">
                  <p:embed/>
                </p:oleObj>
              </mc:Choice>
              <mc:Fallback>
                <p:oleObj name="Acrobat Document" showAsIcon="1" r:id="rId5" imgW="914359" imgH="792589" progId="Acrobat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51920" y="3104926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296E402B-6747-4E61-99E4-16206BD964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416904"/>
              </p:ext>
            </p:extLst>
          </p:nvPr>
        </p:nvGraphicFramePr>
        <p:xfrm>
          <a:off x="2267744" y="3104926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Acrobat Document" showAsIcon="1" r:id="rId7" imgW="914359" imgH="792589" progId="Acrobat.Document.DC">
                  <p:embed/>
                </p:oleObj>
              </mc:Choice>
              <mc:Fallback>
                <p:oleObj name="Acrobat Document" showAsIcon="1" r:id="rId7" imgW="914359" imgH="792589" progId="Acrobat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67744" y="3104926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78793137"/>
      </p:ext>
    </p:extLst>
  </p:cSld>
  <p:clrMapOvr>
    <a:masterClrMapping/>
  </p:clrMapOvr>
  <p:transition spd="slow">
    <p:pull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107"/>
          <p:cNvGrpSpPr/>
          <p:nvPr/>
        </p:nvGrpSpPr>
        <p:grpSpPr>
          <a:xfrm>
            <a:off x="543012" y="93590"/>
            <a:ext cx="4087592" cy="684275"/>
            <a:chOff x="939802" y="5062184"/>
            <a:chExt cx="4087592" cy="684275"/>
          </a:xfrm>
        </p:grpSpPr>
        <p:grpSp>
          <p:nvGrpSpPr>
            <p:cNvPr id="5" name="组合 33"/>
            <p:cNvGrpSpPr/>
            <p:nvPr/>
          </p:nvGrpSpPr>
          <p:grpSpPr>
            <a:xfrm>
              <a:off x="939802" y="5098728"/>
              <a:ext cx="813499" cy="647731"/>
              <a:chOff x="6068613" y="2138334"/>
              <a:chExt cx="412166" cy="348468"/>
            </a:xfrm>
          </p:grpSpPr>
          <p:sp>
            <p:nvSpPr>
              <p:cNvPr id="7" name="Freeform 5"/>
              <p:cNvSpPr>
                <a:spLocks/>
              </p:cNvSpPr>
              <p:nvPr/>
            </p:nvSpPr>
            <p:spPr bwMode="auto">
              <a:xfrm>
                <a:off x="6068613" y="2138334"/>
                <a:ext cx="412166" cy="34846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69F1E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dirty="0">
                  <a:ea typeface="微软雅黑" pitchFamily="34" charset="-122"/>
                </a:endParaRPr>
              </a:p>
            </p:txBody>
          </p:sp>
          <p:sp>
            <p:nvSpPr>
              <p:cNvPr id="8" name="KSO_Shape"/>
              <p:cNvSpPr>
                <a:spLocks/>
              </p:cNvSpPr>
              <p:nvPr/>
            </p:nvSpPr>
            <p:spPr bwMode="auto">
              <a:xfrm>
                <a:off x="6173883" y="2206208"/>
                <a:ext cx="232088" cy="197274"/>
              </a:xfrm>
              <a:custGeom>
                <a:avLst/>
                <a:gdLst>
                  <a:gd name="T0" fmla="*/ 1221908 w 2276475"/>
                  <a:gd name="T1" fmla="*/ 1328927 h 1936751"/>
                  <a:gd name="T2" fmla="*/ 1196654 w 2276475"/>
                  <a:gd name="T3" fmla="*/ 1388292 h 1936751"/>
                  <a:gd name="T4" fmla="*/ 691864 w 2276475"/>
                  <a:gd name="T5" fmla="*/ 1376845 h 1936751"/>
                  <a:gd name="T6" fmla="*/ 695585 w 2276475"/>
                  <a:gd name="T7" fmla="*/ 1314285 h 1936751"/>
                  <a:gd name="T8" fmla="*/ 1104489 w 2276475"/>
                  <a:gd name="T9" fmla="*/ 1115137 h 1936751"/>
                  <a:gd name="T10" fmla="*/ 1117497 w 2276475"/>
                  <a:gd name="T11" fmla="*/ 1168850 h 1936751"/>
                  <a:gd name="T12" fmla="*/ 811396 w 2276475"/>
                  <a:gd name="T13" fmla="*/ 1188695 h 1936751"/>
                  <a:gd name="T14" fmla="*/ 783254 w 2276475"/>
                  <a:gd name="T15" fmla="*/ 1141068 h 1936751"/>
                  <a:gd name="T16" fmla="*/ 309026 w 2276475"/>
                  <a:gd name="T17" fmla="*/ 898551 h 1936751"/>
                  <a:gd name="T18" fmla="*/ 798665 w 2276475"/>
                  <a:gd name="T19" fmla="*/ 935449 h 1936751"/>
                  <a:gd name="T20" fmla="*/ 759855 w 2276475"/>
                  <a:gd name="T21" fmla="*/ 989335 h 1936751"/>
                  <a:gd name="T22" fmla="*/ 259317 w 2276475"/>
                  <a:gd name="T23" fmla="*/ 967303 h 1936751"/>
                  <a:gd name="T24" fmla="*/ 277393 w 2276475"/>
                  <a:gd name="T25" fmla="*/ 906514 h 1936751"/>
                  <a:gd name="T26" fmla="*/ 1086287 w 2276475"/>
                  <a:gd name="T27" fmla="*/ 817903 h 1936751"/>
                  <a:gd name="T28" fmla="*/ 1028372 w 2276475"/>
                  <a:gd name="T29" fmla="*/ 919230 h 1936751"/>
                  <a:gd name="T30" fmla="*/ 999280 w 2276475"/>
                  <a:gd name="T31" fmla="*/ 917630 h 1936751"/>
                  <a:gd name="T32" fmla="*/ 289574 w 2276475"/>
                  <a:gd name="T33" fmla="*/ 706099 h 1936751"/>
                  <a:gd name="T34" fmla="*/ 590631 w 2276475"/>
                  <a:gd name="T35" fmla="*/ 735033 h 1936751"/>
                  <a:gd name="T36" fmla="*/ 567535 w 2276475"/>
                  <a:gd name="T37" fmla="*/ 784938 h 1936751"/>
                  <a:gd name="T38" fmla="*/ 259309 w 2276475"/>
                  <a:gd name="T39" fmla="*/ 770073 h 1936751"/>
                  <a:gd name="T40" fmla="*/ 267273 w 2276475"/>
                  <a:gd name="T41" fmla="*/ 715124 h 1936751"/>
                  <a:gd name="T42" fmla="*/ 836933 w 2276475"/>
                  <a:gd name="T43" fmla="*/ 505684 h 1936751"/>
                  <a:gd name="T44" fmla="*/ 846494 w 2276475"/>
                  <a:gd name="T45" fmla="*/ 574170 h 1936751"/>
                  <a:gd name="T46" fmla="*/ 268069 w 2276475"/>
                  <a:gd name="T47" fmla="*/ 592752 h 1936751"/>
                  <a:gd name="T48" fmla="*/ 238855 w 2276475"/>
                  <a:gd name="T49" fmla="*/ 530105 h 1936751"/>
                  <a:gd name="T50" fmla="*/ 1467818 w 2276475"/>
                  <a:gd name="T51" fmla="*/ 344025 h 1936751"/>
                  <a:gd name="T52" fmla="*/ 1566759 w 2276475"/>
                  <a:gd name="T53" fmla="*/ 428438 h 1936751"/>
                  <a:gd name="T54" fmla="*/ 1578461 w 2276475"/>
                  <a:gd name="T55" fmla="*/ 479936 h 1936751"/>
                  <a:gd name="T56" fmla="*/ 1197862 w 2276475"/>
                  <a:gd name="T57" fmla="*/ 846789 h 1936751"/>
                  <a:gd name="T58" fmla="*/ 1138817 w 2276475"/>
                  <a:gd name="T59" fmla="*/ 842806 h 1936751"/>
                  <a:gd name="T60" fmla="*/ 1093869 w 2276475"/>
                  <a:gd name="T61" fmla="*/ 799538 h 1936751"/>
                  <a:gd name="T62" fmla="*/ 1075782 w 2276475"/>
                  <a:gd name="T63" fmla="*/ 737423 h 1936751"/>
                  <a:gd name="T64" fmla="*/ 1456382 w 2276475"/>
                  <a:gd name="T65" fmla="*/ 344821 h 1936751"/>
                  <a:gd name="T66" fmla="*/ 199469 w 2276475"/>
                  <a:gd name="T67" fmla="*/ 367345 h 1936751"/>
                  <a:gd name="T68" fmla="*/ 114475 w 2276475"/>
                  <a:gd name="T69" fmla="*/ 448541 h 1936751"/>
                  <a:gd name="T70" fmla="*/ 103321 w 2276475"/>
                  <a:gd name="T71" fmla="*/ 1407238 h 1936751"/>
                  <a:gd name="T72" fmla="*/ 171315 w 2276475"/>
                  <a:gd name="T73" fmla="*/ 1503559 h 1936751"/>
                  <a:gd name="T74" fmla="*/ 1382734 w 2276475"/>
                  <a:gd name="T75" fmla="*/ 1530890 h 1936751"/>
                  <a:gd name="T76" fmla="*/ 1488975 w 2276475"/>
                  <a:gd name="T77" fmla="*/ 1477289 h 1936751"/>
                  <a:gd name="T78" fmla="*/ 1531737 w 2276475"/>
                  <a:gd name="T79" fmla="*/ 1365845 h 1936751"/>
                  <a:gd name="T80" fmla="*/ 1605841 w 2276475"/>
                  <a:gd name="T81" fmla="*/ 1539381 h 1936751"/>
                  <a:gd name="T82" fmla="*/ 1513146 w 2276475"/>
                  <a:gd name="T83" fmla="*/ 1611821 h 1936751"/>
                  <a:gd name="T84" fmla="*/ 101461 w 2276475"/>
                  <a:gd name="T85" fmla="*/ 1605982 h 1936751"/>
                  <a:gd name="T86" fmla="*/ 16468 w 2276475"/>
                  <a:gd name="T87" fmla="*/ 1525317 h 1936751"/>
                  <a:gd name="T88" fmla="*/ 5312 w 2276475"/>
                  <a:gd name="T89" fmla="*/ 391226 h 1936751"/>
                  <a:gd name="T90" fmla="*/ 73307 w 2276475"/>
                  <a:gd name="T91" fmla="*/ 295170 h 1936751"/>
                  <a:gd name="T92" fmla="*/ 1746529 w 2276475"/>
                  <a:gd name="T93" fmla="*/ 88926 h 1936751"/>
                  <a:gd name="T94" fmla="*/ 1805153 w 2276475"/>
                  <a:gd name="T95" fmla="*/ 114614 h 1936751"/>
                  <a:gd name="T96" fmla="*/ 1838312 w 2276475"/>
                  <a:gd name="T97" fmla="*/ 176846 h 1936751"/>
                  <a:gd name="T98" fmla="*/ 1821600 w 2276475"/>
                  <a:gd name="T99" fmla="*/ 237490 h 1936751"/>
                  <a:gd name="T100" fmla="*/ 1620792 w 2276475"/>
                  <a:gd name="T101" fmla="*/ 421806 h 1936751"/>
                  <a:gd name="T102" fmla="*/ 1543068 w 2276475"/>
                  <a:gd name="T103" fmla="*/ 339447 h 1936751"/>
                  <a:gd name="T104" fmla="*/ 1506460 w 2276475"/>
                  <a:gd name="T105" fmla="*/ 289925 h 1936751"/>
                  <a:gd name="T106" fmla="*/ 1716818 w 2276475"/>
                  <a:gd name="T107" fmla="*/ 92634 h 1936751"/>
                  <a:gd name="T108" fmla="*/ 1893521 w 2276475"/>
                  <a:gd name="T109" fmla="*/ 35131 h 1936751"/>
                  <a:gd name="T110" fmla="*/ 1889783 w 2276475"/>
                  <a:gd name="T111" fmla="*/ 106078 h 1936751"/>
                  <a:gd name="T112" fmla="*/ 1844400 w 2276475"/>
                  <a:gd name="T113" fmla="*/ 105545 h 1936751"/>
                  <a:gd name="T114" fmla="*/ 1793944 w 2276475"/>
                  <a:gd name="T115" fmla="*/ 59669 h 1936751"/>
                  <a:gd name="T116" fmla="*/ 1847069 w 2276475"/>
                  <a:gd name="T117" fmla="*/ 16194 h 1936751"/>
                  <a:gd name="T118" fmla="*/ 1697756 w 2276475"/>
                  <a:gd name="T119" fmla="*/ 22017 h 1936751"/>
                  <a:gd name="T120" fmla="*/ 1364698 w 2276475"/>
                  <a:gd name="T121" fmla="*/ 383050 h 1936751"/>
                  <a:gd name="T122" fmla="*/ 1317840 w 2276475"/>
                  <a:gd name="T123" fmla="*/ 375887 h 1936751"/>
                  <a:gd name="T124" fmla="*/ 1320237 w 2276475"/>
                  <a:gd name="T125" fmla="*/ 329200 h 1936751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2276475" h="1936751">
                    <a:moveTo>
                      <a:pt x="872202" y="1555750"/>
                    </a:moveTo>
                    <a:lnTo>
                      <a:pt x="879190" y="1555750"/>
                    </a:lnTo>
                    <a:lnTo>
                      <a:pt x="1397284" y="1555750"/>
                    </a:lnTo>
                    <a:lnTo>
                      <a:pt x="1404272" y="1555750"/>
                    </a:lnTo>
                    <a:lnTo>
                      <a:pt x="1410943" y="1557024"/>
                    </a:lnTo>
                    <a:lnTo>
                      <a:pt x="1417614" y="1557979"/>
                    </a:lnTo>
                    <a:lnTo>
                      <a:pt x="1423649" y="1560208"/>
                    </a:lnTo>
                    <a:lnTo>
                      <a:pt x="1430002" y="1562437"/>
                    </a:lnTo>
                    <a:lnTo>
                      <a:pt x="1435403" y="1565303"/>
                    </a:lnTo>
                    <a:lnTo>
                      <a:pt x="1440485" y="1568168"/>
                    </a:lnTo>
                    <a:lnTo>
                      <a:pt x="1445567" y="1571989"/>
                    </a:lnTo>
                    <a:lnTo>
                      <a:pt x="1450015" y="1576128"/>
                    </a:lnTo>
                    <a:lnTo>
                      <a:pt x="1453509" y="1580268"/>
                    </a:lnTo>
                    <a:lnTo>
                      <a:pt x="1457321" y="1584726"/>
                    </a:lnTo>
                    <a:lnTo>
                      <a:pt x="1460180" y="1589502"/>
                    </a:lnTo>
                    <a:lnTo>
                      <a:pt x="1462403" y="1594915"/>
                    </a:lnTo>
                    <a:lnTo>
                      <a:pt x="1463674" y="1600009"/>
                    </a:lnTo>
                    <a:lnTo>
                      <a:pt x="1464944" y="1605741"/>
                    </a:lnTo>
                    <a:lnTo>
                      <a:pt x="1465262" y="1611472"/>
                    </a:lnTo>
                    <a:lnTo>
                      <a:pt x="1464944" y="1617203"/>
                    </a:lnTo>
                    <a:lnTo>
                      <a:pt x="1463674" y="1622935"/>
                    </a:lnTo>
                    <a:lnTo>
                      <a:pt x="1462403" y="1628029"/>
                    </a:lnTo>
                    <a:lnTo>
                      <a:pt x="1460180" y="1633124"/>
                    </a:lnTo>
                    <a:lnTo>
                      <a:pt x="1457321" y="1638218"/>
                    </a:lnTo>
                    <a:lnTo>
                      <a:pt x="1453509" y="1642358"/>
                    </a:lnTo>
                    <a:lnTo>
                      <a:pt x="1450015" y="1646815"/>
                    </a:lnTo>
                    <a:lnTo>
                      <a:pt x="1445567" y="1650955"/>
                    </a:lnTo>
                    <a:lnTo>
                      <a:pt x="1440485" y="1654457"/>
                    </a:lnTo>
                    <a:lnTo>
                      <a:pt x="1435403" y="1657641"/>
                    </a:lnTo>
                    <a:lnTo>
                      <a:pt x="1430002" y="1660507"/>
                    </a:lnTo>
                    <a:lnTo>
                      <a:pt x="1423649" y="1662736"/>
                    </a:lnTo>
                    <a:lnTo>
                      <a:pt x="1417614" y="1664328"/>
                    </a:lnTo>
                    <a:lnTo>
                      <a:pt x="1410943" y="1665920"/>
                    </a:lnTo>
                    <a:lnTo>
                      <a:pt x="1404272" y="1666875"/>
                    </a:lnTo>
                    <a:lnTo>
                      <a:pt x="1397284" y="1666875"/>
                    </a:lnTo>
                    <a:lnTo>
                      <a:pt x="879190" y="1666875"/>
                    </a:lnTo>
                    <a:lnTo>
                      <a:pt x="872202" y="1666875"/>
                    </a:lnTo>
                    <a:lnTo>
                      <a:pt x="865531" y="1665920"/>
                    </a:lnTo>
                    <a:lnTo>
                      <a:pt x="858860" y="1664328"/>
                    </a:lnTo>
                    <a:lnTo>
                      <a:pt x="852507" y="1662736"/>
                    </a:lnTo>
                    <a:lnTo>
                      <a:pt x="846790" y="1660507"/>
                    </a:lnTo>
                    <a:lnTo>
                      <a:pt x="841389" y="1657641"/>
                    </a:lnTo>
                    <a:lnTo>
                      <a:pt x="835989" y="1654139"/>
                    </a:lnTo>
                    <a:lnTo>
                      <a:pt x="831224" y="1650955"/>
                    </a:lnTo>
                    <a:lnTo>
                      <a:pt x="826777" y="1646815"/>
                    </a:lnTo>
                    <a:lnTo>
                      <a:pt x="822648" y="1642358"/>
                    </a:lnTo>
                    <a:lnTo>
                      <a:pt x="819471" y="1637900"/>
                    </a:lnTo>
                    <a:lnTo>
                      <a:pt x="816612" y="1633124"/>
                    </a:lnTo>
                    <a:lnTo>
                      <a:pt x="814389" y="1628029"/>
                    </a:lnTo>
                    <a:lnTo>
                      <a:pt x="812483" y="1622935"/>
                    </a:lnTo>
                    <a:lnTo>
                      <a:pt x="811530" y="1617203"/>
                    </a:lnTo>
                    <a:lnTo>
                      <a:pt x="811212" y="1611472"/>
                    </a:lnTo>
                    <a:lnTo>
                      <a:pt x="811530" y="1605741"/>
                    </a:lnTo>
                    <a:lnTo>
                      <a:pt x="812483" y="1600009"/>
                    </a:lnTo>
                    <a:lnTo>
                      <a:pt x="814389" y="1594915"/>
                    </a:lnTo>
                    <a:lnTo>
                      <a:pt x="816612" y="1589820"/>
                    </a:lnTo>
                    <a:lnTo>
                      <a:pt x="819471" y="1584726"/>
                    </a:lnTo>
                    <a:lnTo>
                      <a:pt x="822648" y="1580268"/>
                    </a:lnTo>
                    <a:lnTo>
                      <a:pt x="826777" y="1576128"/>
                    </a:lnTo>
                    <a:lnTo>
                      <a:pt x="831224" y="1571989"/>
                    </a:lnTo>
                    <a:lnTo>
                      <a:pt x="835989" y="1568168"/>
                    </a:lnTo>
                    <a:lnTo>
                      <a:pt x="841389" y="1565303"/>
                    </a:lnTo>
                    <a:lnTo>
                      <a:pt x="846790" y="1562437"/>
                    </a:lnTo>
                    <a:lnTo>
                      <a:pt x="852507" y="1560208"/>
                    </a:lnTo>
                    <a:lnTo>
                      <a:pt x="858860" y="1558298"/>
                    </a:lnTo>
                    <a:lnTo>
                      <a:pt x="865531" y="1557024"/>
                    </a:lnTo>
                    <a:lnTo>
                      <a:pt x="872202" y="1555750"/>
                    </a:lnTo>
                    <a:close/>
                    <a:moveTo>
                      <a:pt x="984211" y="1325563"/>
                    </a:moveTo>
                    <a:lnTo>
                      <a:pt x="1292263" y="1325563"/>
                    </a:lnTo>
                    <a:lnTo>
                      <a:pt x="1297339" y="1325880"/>
                    </a:lnTo>
                    <a:lnTo>
                      <a:pt x="1302415" y="1326513"/>
                    </a:lnTo>
                    <a:lnTo>
                      <a:pt x="1307174" y="1327779"/>
                    </a:lnTo>
                    <a:lnTo>
                      <a:pt x="1311615" y="1329361"/>
                    </a:lnTo>
                    <a:lnTo>
                      <a:pt x="1315740" y="1331260"/>
                    </a:lnTo>
                    <a:lnTo>
                      <a:pt x="1319864" y="1333792"/>
                    </a:lnTo>
                    <a:lnTo>
                      <a:pt x="1323671" y="1336640"/>
                    </a:lnTo>
                    <a:lnTo>
                      <a:pt x="1327161" y="1340121"/>
                    </a:lnTo>
                    <a:lnTo>
                      <a:pt x="1330333" y="1343286"/>
                    </a:lnTo>
                    <a:lnTo>
                      <a:pt x="1332871" y="1347400"/>
                    </a:lnTo>
                    <a:lnTo>
                      <a:pt x="1335409" y="1351198"/>
                    </a:lnTo>
                    <a:lnTo>
                      <a:pt x="1337630" y="1355629"/>
                    </a:lnTo>
                    <a:lnTo>
                      <a:pt x="1339216" y="1360059"/>
                    </a:lnTo>
                    <a:lnTo>
                      <a:pt x="1340485" y="1364807"/>
                    </a:lnTo>
                    <a:lnTo>
                      <a:pt x="1341437" y="1369870"/>
                    </a:lnTo>
                    <a:lnTo>
                      <a:pt x="1341437" y="1374934"/>
                    </a:lnTo>
                    <a:lnTo>
                      <a:pt x="1341437" y="1379681"/>
                    </a:lnTo>
                    <a:lnTo>
                      <a:pt x="1340485" y="1384745"/>
                    </a:lnTo>
                    <a:lnTo>
                      <a:pt x="1339216" y="1389492"/>
                    </a:lnTo>
                    <a:lnTo>
                      <a:pt x="1337630" y="1393923"/>
                    </a:lnTo>
                    <a:lnTo>
                      <a:pt x="1335409" y="1398037"/>
                    </a:lnTo>
                    <a:lnTo>
                      <a:pt x="1332871" y="1402151"/>
                    </a:lnTo>
                    <a:lnTo>
                      <a:pt x="1330016" y="1405632"/>
                    </a:lnTo>
                    <a:lnTo>
                      <a:pt x="1327161" y="1409430"/>
                    </a:lnTo>
                    <a:lnTo>
                      <a:pt x="1323671" y="1412595"/>
                    </a:lnTo>
                    <a:lnTo>
                      <a:pt x="1319864" y="1415443"/>
                    </a:lnTo>
                    <a:lnTo>
                      <a:pt x="1315740" y="1417659"/>
                    </a:lnTo>
                    <a:lnTo>
                      <a:pt x="1311615" y="1419874"/>
                    </a:lnTo>
                    <a:lnTo>
                      <a:pt x="1306857" y="1421773"/>
                    </a:lnTo>
                    <a:lnTo>
                      <a:pt x="1302415" y="1422722"/>
                    </a:lnTo>
                    <a:lnTo>
                      <a:pt x="1297339" y="1423672"/>
                    </a:lnTo>
                    <a:lnTo>
                      <a:pt x="1292263" y="1423988"/>
                    </a:lnTo>
                    <a:lnTo>
                      <a:pt x="984211" y="1423988"/>
                    </a:lnTo>
                    <a:lnTo>
                      <a:pt x="979453" y="1423672"/>
                    </a:lnTo>
                    <a:lnTo>
                      <a:pt x="974377" y="1422722"/>
                    </a:lnTo>
                    <a:lnTo>
                      <a:pt x="969618" y="1421773"/>
                    </a:lnTo>
                    <a:lnTo>
                      <a:pt x="965176" y="1419874"/>
                    </a:lnTo>
                    <a:lnTo>
                      <a:pt x="960735" y="1417659"/>
                    </a:lnTo>
                    <a:lnTo>
                      <a:pt x="956928" y="1415443"/>
                    </a:lnTo>
                    <a:lnTo>
                      <a:pt x="952803" y="1412595"/>
                    </a:lnTo>
                    <a:lnTo>
                      <a:pt x="949631" y="1409430"/>
                    </a:lnTo>
                    <a:lnTo>
                      <a:pt x="946141" y="1405632"/>
                    </a:lnTo>
                    <a:lnTo>
                      <a:pt x="943286" y="1402151"/>
                    </a:lnTo>
                    <a:lnTo>
                      <a:pt x="941065" y="1398037"/>
                    </a:lnTo>
                    <a:lnTo>
                      <a:pt x="938844" y="1393923"/>
                    </a:lnTo>
                    <a:lnTo>
                      <a:pt x="937258" y="1389492"/>
                    </a:lnTo>
                    <a:lnTo>
                      <a:pt x="935989" y="1384745"/>
                    </a:lnTo>
                    <a:lnTo>
                      <a:pt x="935355" y="1379681"/>
                    </a:lnTo>
                    <a:lnTo>
                      <a:pt x="935037" y="1374934"/>
                    </a:lnTo>
                    <a:lnTo>
                      <a:pt x="935355" y="1369870"/>
                    </a:lnTo>
                    <a:lnTo>
                      <a:pt x="935989" y="1364807"/>
                    </a:lnTo>
                    <a:lnTo>
                      <a:pt x="937258" y="1360059"/>
                    </a:lnTo>
                    <a:lnTo>
                      <a:pt x="938844" y="1355629"/>
                    </a:lnTo>
                    <a:lnTo>
                      <a:pt x="940748" y="1351198"/>
                    </a:lnTo>
                    <a:lnTo>
                      <a:pt x="943286" y="1347400"/>
                    </a:lnTo>
                    <a:lnTo>
                      <a:pt x="946141" y="1343286"/>
                    </a:lnTo>
                    <a:lnTo>
                      <a:pt x="949631" y="1340121"/>
                    </a:lnTo>
                    <a:lnTo>
                      <a:pt x="952803" y="1336640"/>
                    </a:lnTo>
                    <a:lnTo>
                      <a:pt x="956928" y="1333792"/>
                    </a:lnTo>
                    <a:lnTo>
                      <a:pt x="960735" y="1331260"/>
                    </a:lnTo>
                    <a:lnTo>
                      <a:pt x="965176" y="1329361"/>
                    </a:lnTo>
                    <a:lnTo>
                      <a:pt x="969618" y="1327779"/>
                    </a:lnTo>
                    <a:lnTo>
                      <a:pt x="974377" y="1326513"/>
                    </a:lnTo>
                    <a:lnTo>
                      <a:pt x="979453" y="1325880"/>
                    </a:lnTo>
                    <a:lnTo>
                      <a:pt x="984211" y="1325563"/>
                    </a:lnTo>
                    <a:close/>
                    <a:moveTo>
                      <a:pt x="369286" y="1074738"/>
                    </a:moveTo>
                    <a:lnTo>
                      <a:pt x="887697" y="1074738"/>
                    </a:lnTo>
                    <a:lnTo>
                      <a:pt x="894368" y="1075056"/>
                    </a:lnTo>
                    <a:lnTo>
                      <a:pt x="901356" y="1076008"/>
                    </a:lnTo>
                    <a:lnTo>
                      <a:pt x="908027" y="1077278"/>
                    </a:lnTo>
                    <a:lnTo>
                      <a:pt x="914063" y="1079183"/>
                    </a:lnTo>
                    <a:lnTo>
                      <a:pt x="920098" y="1081406"/>
                    </a:lnTo>
                    <a:lnTo>
                      <a:pt x="925816" y="1084263"/>
                    </a:lnTo>
                    <a:lnTo>
                      <a:pt x="930898" y="1087438"/>
                    </a:lnTo>
                    <a:lnTo>
                      <a:pt x="935663" y="1090931"/>
                    </a:lnTo>
                    <a:lnTo>
                      <a:pt x="940110" y="1094741"/>
                    </a:lnTo>
                    <a:lnTo>
                      <a:pt x="944240" y="1099186"/>
                    </a:lnTo>
                    <a:lnTo>
                      <a:pt x="947416" y="1103948"/>
                    </a:lnTo>
                    <a:lnTo>
                      <a:pt x="950275" y="1108711"/>
                    </a:lnTo>
                    <a:lnTo>
                      <a:pt x="952499" y="1113791"/>
                    </a:lnTo>
                    <a:lnTo>
                      <a:pt x="954405" y="1118871"/>
                    </a:lnTo>
                    <a:lnTo>
                      <a:pt x="955358" y="1124903"/>
                    </a:lnTo>
                    <a:lnTo>
                      <a:pt x="955675" y="1130301"/>
                    </a:lnTo>
                    <a:lnTo>
                      <a:pt x="955358" y="1136016"/>
                    </a:lnTo>
                    <a:lnTo>
                      <a:pt x="954405" y="1141413"/>
                    </a:lnTo>
                    <a:lnTo>
                      <a:pt x="952499" y="1147128"/>
                    </a:lnTo>
                    <a:lnTo>
                      <a:pt x="950275" y="1152208"/>
                    </a:lnTo>
                    <a:lnTo>
                      <a:pt x="947416" y="1156971"/>
                    </a:lnTo>
                    <a:lnTo>
                      <a:pt x="944240" y="1161098"/>
                    </a:lnTo>
                    <a:lnTo>
                      <a:pt x="940110" y="1165543"/>
                    </a:lnTo>
                    <a:lnTo>
                      <a:pt x="935663" y="1169671"/>
                    </a:lnTo>
                    <a:lnTo>
                      <a:pt x="930898" y="1173163"/>
                    </a:lnTo>
                    <a:lnTo>
                      <a:pt x="925816" y="1176656"/>
                    </a:lnTo>
                    <a:lnTo>
                      <a:pt x="920098" y="1179196"/>
                    </a:lnTo>
                    <a:lnTo>
                      <a:pt x="914063" y="1181736"/>
                    </a:lnTo>
                    <a:lnTo>
                      <a:pt x="908027" y="1183323"/>
                    </a:lnTo>
                    <a:lnTo>
                      <a:pt x="901356" y="1184593"/>
                    </a:lnTo>
                    <a:lnTo>
                      <a:pt x="894368" y="1185546"/>
                    </a:lnTo>
                    <a:lnTo>
                      <a:pt x="887697" y="1185863"/>
                    </a:lnTo>
                    <a:lnTo>
                      <a:pt x="369286" y="1185863"/>
                    </a:lnTo>
                    <a:lnTo>
                      <a:pt x="362615" y="1185546"/>
                    </a:lnTo>
                    <a:lnTo>
                      <a:pt x="355944" y="1184593"/>
                    </a:lnTo>
                    <a:lnTo>
                      <a:pt x="349273" y="1183323"/>
                    </a:lnTo>
                    <a:lnTo>
                      <a:pt x="343238" y="1181736"/>
                    </a:lnTo>
                    <a:lnTo>
                      <a:pt x="337203" y="1179196"/>
                    </a:lnTo>
                    <a:lnTo>
                      <a:pt x="331485" y="1176656"/>
                    </a:lnTo>
                    <a:lnTo>
                      <a:pt x="326402" y="1173163"/>
                    </a:lnTo>
                    <a:lnTo>
                      <a:pt x="321637" y="1169671"/>
                    </a:lnTo>
                    <a:lnTo>
                      <a:pt x="317190" y="1165543"/>
                    </a:lnTo>
                    <a:lnTo>
                      <a:pt x="313378" y="1161098"/>
                    </a:lnTo>
                    <a:lnTo>
                      <a:pt x="309884" y="1156971"/>
                    </a:lnTo>
                    <a:lnTo>
                      <a:pt x="307025" y="1152208"/>
                    </a:lnTo>
                    <a:lnTo>
                      <a:pt x="304802" y="1147128"/>
                    </a:lnTo>
                    <a:lnTo>
                      <a:pt x="302896" y="1141413"/>
                    </a:lnTo>
                    <a:lnTo>
                      <a:pt x="301943" y="1136016"/>
                    </a:lnTo>
                    <a:lnTo>
                      <a:pt x="301625" y="1130301"/>
                    </a:lnTo>
                    <a:lnTo>
                      <a:pt x="301943" y="1124903"/>
                    </a:lnTo>
                    <a:lnTo>
                      <a:pt x="302896" y="1119188"/>
                    </a:lnTo>
                    <a:lnTo>
                      <a:pt x="304802" y="1113791"/>
                    </a:lnTo>
                    <a:lnTo>
                      <a:pt x="307025" y="1108711"/>
                    </a:lnTo>
                    <a:lnTo>
                      <a:pt x="309884" y="1103948"/>
                    </a:lnTo>
                    <a:lnTo>
                      <a:pt x="313378" y="1099186"/>
                    </a:lnTo>
                    <a:lnTo>
                      <a:pt x="317190" y="1094741"/>
                    </a:lnTo>
                    <a:lnTo>
                      <a:pt x="321637" y="1091248"/>
                    </a:lnTo>
                    <a:lnTo>
                      <a:pt x="326402" y="1087438"/>
                    </a:lnTo>
                    <a:lnTo>
                      <a:pt x="331485" y="1084263"/>
                    </a:lnTo>
                    <a:lnTo>
                      <a:pt x="337203" y="1081406"/>
                    </a:lnTo>
                    <a:lnTo>
                      <a:pt x="343238" y="1079183"/>
                    </a:lnTo>
                    <a:lnTo>
                      <a:pt x="349273" y="1077278"/>
                    </a:lnTo>
                    <a:lnTo>
                      <a:pt x="355944" y="1076008"/>
                    </a:lnTo>
                    <a:lnTo>
                      <a:pt x="362615" y="1075056"/>
                    </a:lnTo>
                    <a:lnTo>
                      <a:pt x="369286" y="1074738"/>
                    </a:lnTo>
                    <a:close/>
                    <a:moveTo>
                      <a:pt x="1261435" y="965200"/>
                    </a:moveTo>
                    <a:lnTo>
                      <a:pt x="1264624" y="965200"/>
                    </a:lnTo>
                    <a:lnTo>
                      <a:pt x="1267814" y="965200"/>
                    </a:lnTo>
                    <a:lnTo>
                      <a:pt x="1271322" y="965838"/>
                    </a:lnTo>
                    <a:lnTo>
                      <a:pt x="1275149" y="967114"/>
                    </a:lnTo>
                    <a:lnTo>
                      <a:pt x="1278977" y="968390"/>
                    </a:lnTo>
                    <a:lnTo>
                      <a:pt x="1282804" y="969984"/>
                    </a:lnTo>
                    <a:lnTo>
                      <a:pt x="1290777" y="973811"/>
                    </a:lnTo>
                    <a:lnTo>
                      <a:pt x="1298113" y="978277"/>
                    </a:lnTo>
                    <a:lnTo>
                      <a:pt x="1304491" y="982742"/>
                    </a:lnTo>
                    <a:lnTo>
                      <a:pt x="1308637" y="986250"/>
                    </a:lnTo>
                    <a:lnTo>
                      <a:pt x="1312784" y="990715"/>
                    </a:lnTo>
                    <a:lnTo>
                      <a:pt x="1317249" y="997094"/>
                    </a:lnTo>
                    <a:lnTo>
                      <a:pt x="1321395" y="1004429"/>
                    </a:lnTo>
                    <a:lnTo>
                      <a:pt x="1325222" y="1012403"/>
                    </a:lnTo>
                    <a:lnTo>
                      <a:pt x="1326817" y="1016549"/>
                    </a:lnTo>
                    <a:lnTo>
                      <a:pt x="1328092" y="1020057"/>
                    </a:lnTo>
                    <a:lnTo>
                      <a:pt x="1329368" y="1024203"/>
                    </a:lnTo>
                    <a:lnTo>
                      <a:pt x="1330006" y="1027711"/>
                    </a:lnTo>
                    <a:lnTo>
                      <a:pt x="1330325" y="1030901"/>
                    </a:lnTo>
                    <a:lnTo>
                      <a:pt x="1330006" y="1034090"/>
                    </a:lnTo>
                    <a:lnTo>
                      <a:pt x="1329368" y="1036004"/>
                    </a:lnTo>
                    <a:lnTo>
                      <a:pt x="1327774" y="1038236"/>
                    </a:lnTo>
                    <a:lnTo>
                      <a:pt x="1228904" y="1099472"/>
                    </a:lnTo>
                    <a:lnTo>
                      <a:pt x="1226990" y="1101066"/>
                    </a:lnTo>
                    <a:lnTo>
                      <a:pt x="1225396" y="1102342"/>
                    </a:lnTo>
                    <a:lnTo>
                      <a:pt x="1223163" y="1103618"/>
                    </a:lnTo>
                    <a:lnTo>
                      <a:pt x="1220930" y="1104575"/>
                    </a:lnTo>
                    <a:lnTo>
                      <a:pt x="1219017" y="1105213"/>
                    </a:lnTo>
                    <a:lnTo>
                      <a:pt x="1216784" y="1105850"/>
                    </a:lnTo>
                    <a:lnTo>
                      <a:pt x="1212000" y="1106488"/>
                    </a:lnTo>
                    <a:lnTo>
                      <a:pt x="1207854" y="1105850"/>
                    </a:lnTo>
                    <a:lnTo>
                      <a:pt x="1205622" y="1105213"/>
                    </a:lnTo>
                    <a:lnTo>
                      <a:pt x="1203389" y="1104575"/>
                    </a:lnTo>
                    <a:lnTo>
                      <a:pt x="1201475" y="1103618"/>
                    </a:lnTo>
                    <a:lnTo>
                      <a:pt x="1199243" y="1102342"/>
                    </a:lnTo>
                    <a:lnTo>
                      <a:pt x="1197329" y="1101066"/>
                    </a:lnTo>
                    <a:lnTo>
                      <a:pt x="1195735" y="1099472"/>
                    </a:lnTo>
                    <a:lnTo>
                      <a:pt x="1194140" y="1097558"/>
                    </a:lnTo>
                    <a:lnTo>
                      <a:pt x="1192864" y="1095963"/>
                    </a:lnTo>
                    <a:lnTo>
                      <a:pt x="1191588" y="1093731"/>
                    </a:lnTo>
                    <a:lnTo>
                      <a:pt x="1190632" y="1091817"/>
                    </a:lnTo>
                    <a:lnTo>
                      <a:pt x="1189356" y="1087352"/>
                    </a:lnTo>
                    <a:lnTo>
                      <a:pt x="1189037" y="1082887"/>
                    </a:lnTo>
                    <a:lnTo>
                      <a:pt x="1189356" y="1078741"/>
                    </a:lnTo>
                    <a:lnTo>
                      <a:pt x="1190632" y="1074276"/>
                    </a:lnTo>
                    <a:lnTo>
                      <a:pt x="1191588" y="1072043"/>
                    </a:lnTo>
                    <a:lnTo>
                      <a:pt x="1192864" y="1070130"/>
                    </a:lnTo>
                    <a:lnTo>
                      <a:pt x="1194140" y="1068535"/>
                    </a:lnTo>
                    <a:lnTo>
                      <a:pt x="1195735" y="1066621"/>
                    </a:lnTo>
                    <a:lnTo>
                      <a:pt x="1257289" y="967433"/>
                    </a:lnTo>
                    <a:lnTo>
                      <a:pt x="1258884" y="965838"/>
                    </a:lnTo>
                    <a:lnTo>
                      <a:pt x="1261435" y="965200"/>
                    </a:lnTo>
                    <a:close/>
                    <a:moveTo>
                      <a:pt x="346041" y="844550"/>
                    </a:moveTo>
                    <a:lnTo>
                      <a:pt x="350799" y="844550"/>
                    </a:lnTo>
                    <a:lnTo>
                      <a:pt x="658851" y="844550"/>
                    </a:lnTo>
                    <a:lnTo>
                      <a:pt x="663927" y="844550"/>
                    </a:lnTo>
                    <a:lnTo>
                      <a:pt x="669003" y="845185"/>
                    </a:lnTo>
                    <a:lnTo>
                      <a:pt x="673762" y="846773"/>
                    </a:lnTo>
                    <a:lnTo>
                      <a:pt x="678204" y="848043"/>
                    </a:lnTo>
                    <a:lnTo>
                      <a:pt x="682645" y="850265"/>
                    </a:lnTo>
                    <a:lnTo>
                      <a:pt x="686452" y="852805"/>
                    </a:lnTo>
                    <a:lnTo>
                      <a:pt x="690259" y="855345"/>
                    </a:lnTo>
                    <a:lnTo>
                      <a:pt x="693749" y="858838"/>
                    </a:lnTo>
                    <a:lnTo>
                      <a:pt x="697239" y="862330"/>
                    </a:lnTo>
                    <a:lnTo>
                      <a:pt x="699777" y="865823"/>
                    </a:lnTo>
                    <a:lnTo>
                      <a:pt x="702315" y="869950"/>
                    </a:lnTo>
                    <a:lnTo>
                      <a:pt x="704218" y="874395"/>
                    </a:lnTo>
                    <a:lnTo>
                      <a:pt x="705804" y="879158"/>
                    </a:lnTo>
                    <a:lnTo>
                      <a:pt x="707391" y="883920"/>
                    </a:lnTo>
                    <a:lnTo>
                      <a:pt x="708025" y="888683"/>
                    </a:lnTo>
                    <a:lnTo>
                      <a:pt x="708025" y="893763"/>
                    </a:lnTo>
                    <a:lnTo>
                      <a:pt x="708025" y="898843"/>
                    </a:lnTo>
                    <a:lnTo>
                      <a:pt x="707391" y="903605"/>
                    </a:lnTo>
                    <a:lnTo>
                      <a:pt x="705804" y="908368"/>
                    </a:lnTo>
                    <a:lnTo>
                      <a:pt x="704218" y="912495"/>
                    </a:lnTo>
                    <a:lnTo>
                      <a:pt x="702315" y="916940"/>
                    </a:lnTo>
                    <a:lnTo>
                      <a:pt x="699777" y="921068"/>
                    </a:lnTo>
                    <a:lnTo>
                      <a:pt x="697239" y="924878"/>
                    </a:lnTo>
                    <a:lnTo>
                      <a:pt x="693749" y="928370"/>
                    </a:lnTo>
                    <a:lnTo>
                      <a:pt x="690259" y="931545"/>
                    </a:lnTo>
                    <a:lnTo>
                      <a:pt x="686452" y="934403"/>
                    </a:lnTo>
                    <a:lnTo>
                      <a:pt x="682645" y="936943"/>
                    </a:lnTo>
                    <a:lnTo>
                      <a:pt x="678204" y="938848"/>
                    </a:lnTo>
                    <a:lnTo>
                      <a:pt x="673762" y="940753"/>
                    </a:lnTo>
                    <a:lnTo>
                      <a:pt x="669003" y="941705"/>
                    </a:lnTo>
                    <a:lnTo>
                      <a:pt x="663927" y="942658"/>
                    </a:lnTo>
                    <a:lnTo>
                      <a:pt x="658851" y="942975"/>
                    </a:lnTo>
                    <a:lnTo>
                      <a:pt x="350799" y="942975"/>
                    </a:lnTo>
                    <a:lnTo>
                      <a:pt x="346041" y="942658"/>
                    </a:lnTo>
                    <a:lnTo>
                      <a:pt x="340965" y="941705"/>
                    </a:lnTo>
                    <a:lnTo>
                      <a:pt x="336206" y="940753"/>
                    </a:lnTo>
                    <a:lnTo>
                      <a:pt x="331764" y="938848"/>
                    </a:lnTo>
                    <a:lnTo>
                      <a:pt x="327323" y="936943"/>
                    </a:lnTo>
                    <a:lnTo>
                      <a:pt x="323516" y="934403"/>
                    </a:lnTo>
                    <a:lnTo>
                      <a:pt x="319391" y="931545"/>
                    </a:lnTo>
                    <a:lnTo>
                      <a:pt x="316219" y="928370"/>
                    </a:lnTo>
                    <a:lnTo>
                      <a:pt x="312729" y="924878"/>
                    </a:lnTo>
                    <a:lnTo>
                      <a:pt x="309874" y="921068"/>
                    </a:lnTo>
                    <a:lnTo>
                      <a:pt x="307653" y="916940"/>
                    </a:lnTo>
                    <a:lnTo>
                      <a:pt x="305432" y="912495"/>
                    </a:lnTo>
                    <a:lnTo>
                      <a:pt x="303846" y="908368"/>
                    </a:lnTo>
                    <a:lnTo>
                      <a:pt x="302577" y="903605"/>
                    </a:lnTo>
                    <a:lnTo>
                      <a:pt x="301943" y="898843"/>
                    </a:lnTo>
                    <a:lnTo>
                      <a:pt x="301625" y="893763"/>
                    </a:lnTo>
                    <a:lnTo>
                      <a:pt x="301943" y="888683"/>
                    </a:lnTo>
                    <a:lnTo>
                      <a:pt x="302577" y="883920"/>
                    </a:lnTo>
                    <a:lnTo>
                      <a:pt x="303846" y="879158"/>
                    </a:lnTo>
                    <a:lnTo>
                      <a:pt x="305432" y="874395"/>
                    </a:lnTo>
                    <a:lnTo>
                      <a:pt x="307336" y="869950"/>
                    </a:lnTo>
                    <a:lnTo>
                      <a:pt x="309874" y="865823"/>
                    </a:lnTo>
                    <a:lnTo>
                      <a:pt x="312729" y="862330"/>
                    </a:lnTo>
                    <a:lnTo>
                      <a:pt x="316219" y="858838"/>
                    </a:lnTo>
                    <a:lnTo>
                      <a:pt x="319391" y="855345"/>
                    </a:lnTo>
                    <a:lnTo>
                      <a:pt x="323516" y="852805"/>
                    </a:lnTo>
                    <a:lnTo>
                      <a:pt x="327323" y="850265"/>
                    </a:lnTo>
                    <a:lnTo>
                      <a:pt x="331764" y="848043"/>
                    </a:lnTo>
                    <a:lnTo>
                      <a:pt x="336206" y="846773"/>
                    </a:lnTo>
                    <a:lnTo>
                      <a:pt x="340965" y="845185"/>
                    </a:lnTo>
                    <a:lnTo>
                      <a:pt x="346041" y="844550"/>
                    </a:lnTo>
                    <a:close/>
                    <a:moveTo>
                      <a:pt x="344144" y="590550"/>
                    </a:moveTo>
                    <a:lnTo>
                      <a:pt x="960782" y="590550"/>
                    </a:lnTo>
                    <a:lnTo>
                      <a:pt x="966812" y="591185"/>
                    </a:lnTo>
                    <a:lnTo>
                      <a:pt x="973159" y="592138"/>
                    </a:lnTo>
                    <a:lnTo>
                      <a:pt x="978871" y="593725"/>
                    </a:lnTo>
                    <a:lnTo>
                      <a:pt x="984584" y="595630"/>
                    </a:lnTo>
                    <a:lnTo>
                      <a:pt x="990296" y="598488"/>
                    </a:lnTo>
                    <a:lnTo>
                      <a:pt x="995374" y="601345"/>
                    </a:lnTo>
                    <a:lnTo>
                      <a:pt x="1000135" y="604838"/>
                    </a:lnTo>
                    <a:lnTo>
                      <a:pt x="1004260" y="608965"/>
                    </a:lnTo>
                    <a:lnTo>
                      <a:pt x="1008386" y="613410"/>
                    </a:lnTo>
                    <a:lnTo>
                      <a:pt x="1011560" y="617855"/>
                    </a:lnTo>
                    <a:lnTo>
                      <a:pt x="1015051" y="623253"/>
                    </a:lnTo>
                    <a:lnTo>
                      <a:pt x="1017590" y="628650"/>
                    </a:lnTo>
                    <a:lnTo>
                      <a:pt x="1019811" y="634048"/>
                    </a:lnTo>
                    <a:lnTo>
                      <a:pt x="1021081" y="639763"/>
                    </a:lnTo>
                    <a:lnTo>
                      <a:pt x="1021715" y="646113"/>
                    </a:lnTo>
                    <a:lnTo>
                      <a:pt x="1022350" y="652145"/>
                    </a:lnTo>
                    <a:lnTo>
                      <a:pt x="1021715" y="658813"/>
                    </a:lnTo>
                    <a:lnTo>
                      <a:pt x="1021081" y="664528"/>
                    </a:lnTo>
                    <a:lnTo>
                      <a:pt x="1019811" y="670878"/>
                    </a:lnTo>
                    <a:lnTo>
                      <a:pt x="1017590" y="676275"/>
                    </a:lnTo>
                    <a:lnTo>
                      <a:pt x="1015051" y="681673"/>
                    </a:lnTo>
                    <a:lnTo>
                      <a:pt x="1011560" y="686753"/>
                    </a:lnTo>
                    <a:lnTo>
                      <a:pt x="1008386" y="691515"/>
                    </a:lnTo>
                    <a:lnTo>
                      <a:pt x="1004260" y="695960"/>
                    </a:lnTo>
                    <a:lnTo>
                      <a:pt x="1000135" y="700088"/>
                    </a:lnTo>
                    <a:lnTo>
                      <a:pt x="995374" y="703580"/>
                    </a:lnTo>
                    <a:lnTo>
                      <a:pt x="990296" y="706438"/>
                    </a:lnTo>
                    <a:lnTo>
                      <a:pt x="984584" y="708978"/>
                    </a:lnTo>
                    <a:lnTo>
                      <a:pt x="978871" y="711200"/>
                    </a:lnTo>
                    <a:lnTo>
                      <a:pt x="973159" y="712788"/>
                    </a:lnTo>
                    <a:lnTo>
                      <a:pt x="966812" y="713740"/>
                    </a:lnTo>
                    <a:lnTo>
                      <a:pt x="960782" y="714375"/>
                    </a:lnTo>
                    <a:lnTo>
                      <a:pt x="344144" y="714375"/>
                    </a:lnTo>
                    <a:lnTo>
                      <a:pt x="338114" y="713740"/>
                    </a:lnTo>
                    <a:lnTo>
                      <a:pt x="331767" y="712788"/>
                    </a:lnTo>
                    <a:lnTo>
                      <a:pt x="326054" y="711200"/>
                    </a:lnTo>
                    <a:lnTo>
                      <a:pt x="320342" y="708978"/>
                    </a:lnTo>
                    <a:lnTo>
                      <a:pt x="314946" y="706438"/>
                    </a:lnTo>
                    <a:lnTo>
                      <a:pt x="309869" y="703580"/>
                    </a:lnTo>
                    <a:lnTo>
                      <a:pt x="305108" y="700088"/>
                    </a:lnTo>
                    <a:lnTo>
                      <a:pt x="300982" y="695960"/>
                    </a:lnTo>
                    <a:lnTo>
                      <a:pt x="296857" y="691515"/>
                    </a:lnTo>
                    <a:lnTo>
                      <a:pt x="293366" y="686753"/>
                    </a:lnTo>
                    <a:lnTo>
                      <a:pt x="290192" y="681673"/>
                    </a:lnTo>
                    <a:lnTo>
                      <a:pt x="287653" y="676275"/>
                    </a:lnTo>
                    <a:lnTo>
                      <a:pt x="285432" y="670878"/>
                    </a:lnTo>
                    <a:lnTo>
                      <a:pt x="284162" y="664528"/>
                    </a:lnTo>
                    <a:lnTo>
                      <a:pt x="282893" y="658813"/>
                    </a:lnTo>
                    <a:lnTo>
                      <a:pt x="282575" y="652145"/>
                    </a:lnTo>
                    <a:lnTo>
                      <a:pt x="282893" y="646113"/>
                    </a:lnTo>
                    <a:lnTo>
                      <a:pt x="284162" y="639763"/>
                    </a:lnTo>
                    <a:lnTo>
                      <a:pt x="285432" y="634048"/>
                    </a:lnTo>
                    <a:lnTo>
                      <a:pt x="287653" y="628650"/>
                    </a:lnTo>
                    <a:lnTo>
                      <a:pt x="290192" y="623253"/>
                    </a:lnTo>
                    <a:lnTo>
                      <a:pt x="293366" y="617855"/>
                    </a:lnTo>
                    <a:lnTo>
                      <a:pt x="296857" y="613410"/>
                    </a:lnTo>
                    <a:lnTo>
                      <a:pt x="300982" y="608965"/>
                    </a:lnTo>
                    <a:lnTo>
                      <a:pt x="305108" y="604838"/>
                    </a:lnTo>
                    <a:lnTo>
                      <a:pt x="309869" y="601345"/>
                    </a:lnTo>
                    <a:lnTo>
                      <a:pt x="314946" y="598488"/>
                    </a:lnTo>
                    <a:lnTo>
                      <a:pt x="320342" y="595630"/>
                    </a:lnTo>
                    <a:lnTo>
                      <a:pt x="326054" y="593725"/>
                    </a:lnTo>
                    <a:lnTo>
                      <a:pt x="331767" y="592138"/>
                    </a:lnTo>
                    <a:lnTo>
                      <a:pt x="338114" y="591185"/>
                    </a:lnTo>
                    <a:lnTo>
                      <a:pt x="344144" y="590550"/>
                    </a:lnTo>
                    <a:close/>
                    <a:moveTo>
                      <a:pt x="1750865" y="411163"/>
                    </a:moveTo>
                    <a:lnTo>
                      <a:pt x="1754043" y="411481"/>
                    </a:lnTo>
                    <a:lnTo>
                      <a:pt x="1757540" y="411798"/>
                    </a:lnTo>
                    <a:lnTo>
                      <a:pt x="1760718" y="413068"/>
                    </a:lnTo>
                    <a:lnTo>
                      <a:pt x="1764214" y="414021"/>
                    </a:lnTo>
                    <a:lnTo>
                      <a:pt x="1767710" y="414973"/>
                    </a:lnTo>
                    <a:lnTo>
                      <a:pt x="1770889" y="416878"/>
                    </a:lnTo>
                    <a:lnTo>
                      <a:pt x="1777563" y="421006"/>
                    </a:lnTo>
                    <a:lnTo>
                      <a:pt x="1784555" y="425768"/>
                    </a:lnTo>
                    <a:lnTo>
                      <a:pt x="1790912" y="431166"/>
                    </a:lnTo>
                    <a:lnTo>
                      <a:pt x="1797904" y="437198"/>
                    </a:lnTo>
                    <a:lnTo>
                      <a:pt x="1812207" y="451486"/>
                    </a:lnTo>
                    <a:lnTo>
                      <a:pt x="1827145" y="466408"/>
                    </a:lnTo>
                    <a:lnTo>
                      <a:pt x="1836680" y="476251"/>
                    </a:lnTo>
                    <a:lnTo>
                      <a:pt x="1851935" y="491173"/>
                    </a:lnTo>
                    <a:lnTo>
                      <a:pt x="1865920" y="505461"/>
                    </a:lnTo>
                    <a:lnTo>
                      <a:pt x="1872277" y="512446"/>
                    </a:lnTo>
                    <a:lnTo>
                      <a:pt x="1877680" y="519431"/>
                    </a:lnTo>
                    <a:lnTo>
                      <a:pt x="1882447" y="525781"/>
                    </a:lnTo>
                    <a:lnTo>
                      <a:pt x="1886579" y="532766"/>
                    </a:lnTo>
                    <a:lnTo>
                      <a:pt x="1888486" y="536258"/>
                    </a:lnTo>
                    <a:lnTo>
                      <a:pt x="1889439" y="539433"/>
                    </a:lnTo>
                    <a:lnTo>
                      <a:pt x="1891029" y="542608"/>
                    </a:lnTo>
                    <a:lnTo>
                      <a:pt x="1891664" y="546101"/>
                    </a:lnTo>
                    <a:lnTo>
                      <a:pt x="1891982" y="549593"/>
                    </a:lnTo>
                    <a:lnTo>
                      <a:pt x="1892300" y="552768"/>
                    </a:lnTo>
                    <a:lnTo>
                      <a:pt x="1892300" y="556261"/>
                    </a:lnTo>
                    <a:lnTo>
                      <a:pt x="1891664" y="559753"/>
                    </a:lnTo>
                    <a:lnTo>
                      <a:pt x="1891029" y="562928"/>
                    </a:lnTo>
                    <a:lnTo>
                      <a:pt x="1889757" y="566738"/>
                    </a:lnTo>
                    <a:lnTo>
                      <a:pt x="1888486" y="570231"/>
                    </a:lnTo>
                    <a:lnTo>
                      <a:pt x="1886261" y="574041"/>
                    </a:lnTo>
                    <a:lnTo>
                      <a:pt x="1884036" y="577533"/>
                    </a:lnTo>
                    <a:lnTo>
                      <a:pt x="1881176" y="581343"/>
                    </a:lnTo>
                    <a:lnTo>
                      <a:pt x="1877680" y="585153"/>
                    </a:lnTo>
                    <a:lnTo>
                      <a:pt x="1874184" y="588963"/>
                    </a:lnTo>
                    <a:lnTo>
                      <a:pt x="1476895" y="985838"/>
                    </a:lnTo>
                    <a:lnTo>
                      <a:pt x="1472763" y="989966"/>
                    </a:lnTo>
                    <a:lnTo>
                      <a:pt x="1468313" y="993458"/>
                    </a:lnTo>
                    <a:lnTo>
                      <a:pt x="1464182" y="996633"/>
                    </a:lnTo>
                    <a:lnTo>
                      <a:pt x="1459732" y="999808"/>
                    </a:lnTo>
                    <a:lnTo>
                      <a:pt x="1455282" y="1002348"/>
                    </a:lnTo>
                    <a:lnTo>
                      <a:pt x="1450515" y="1004888"/>
                    </a:lnTo>
                    <a:lnTo>
                      <a:pt x="1446065" y="1007111"/>
                    </a:lnTo>
                    <a:lnTo>
                      <a:pt x="1440980" y="1009016"/>
                    </a:lnTo>
                    <a:lnTo>
                      <a:pt x="1436212" y="1010921"/>
                    </a:lnTo>
                    <a:lnTo>
                      <a:pt x="1431445" y="1012826"/>
                    </a:lnTo>
                    <a:lnTo>
                      <a:pt x="1426360" y="1013778"/>
                    </a:lnTo>
                    <a:lnTo>
                      <a:pt x="1421274" y="1015366"/>
                    </a:lnTo>
                    <a:lnTo>
                      <a:pt x="1416507" y="1016001"/>
                    </a:lnTo>
                    <a:lnTo>
                      <a:pt x="1411422" y="1016953"/>
                    </a:lnTo>
                    <a:lnTo>
                      <a:pt x="1406336" y="1017271"/>
                    </a:lnTo>
                    <a:lnTo>
                      <a:pt x="1401569" y="1017588"/>
                    </a:lnTo>
                    <a:lnTo>
                      <a:pt x="1396484" y="1017588"/>
                    </a:lnTo>
                    <a:lnTo>
                      <a:pt x="1391716" y="1017271"/>
                    </a:lnTo>
                    <a:lnTo>
                      <a:pt x="1386949" y="1016953"/>
                    </a:lnTo>
                    <a:lnTo>
                      <a:pt x="1382499" y="1015683"/>
                    </a:lnTo>
                    <a:lnTo>
                      <a:pt x="1377731" y="1015048"/>
                    </a:lnTo>
                    <a:lnTo>
                      <a:pt x="1373282" y="1013461"/>
                    </a:lnTo>
                    <a:lnTo>
                      <a:pt x="1368832" y="1012191"/>
                    </a:lnTo>
                    <a:lnTo>
                      <a:pt x="1364700" y="1010286"/>
                    </a:lnTo>
                    <a:lnTo>
                      <a:pt x="1360886" y="1008063"/>
                    </a:lnTo>
                    <a:lnTo>
                      <a:pt x="1357072" y="1005523"/>
                    </a:lnTo>
                    <a:lnTo>
                      <a:pt x="1353576" y="1002983"/>
                    </a:lnTo>
                    <a:lnTo>
                      <a:pt x="1350080" y="1000126"/>
                    </a:lnTo>
                    <a:lnTo>
                      <a:pt x="1347220" y="996633"/>
                    </a:lnTo>
                    <a:lnTo>
                      <a:pt x="1344359" y="993458"/>
                    </a:lnTo>
                    <a:lnTo>
                      <a:pt x="1341817" y="989331"/>
                    </a:lnTo>
                    <a:lnTo>
                      <a:pt x="1339274" y="985521"/>
                    </a:lnTo>
                    <a:lnTo>
                      <a:pt x="1337367" y="981076"/>
                    </a:lnTo>
                    <a:lnTo>
                      <a:pt x="1335778" y="976313"/>
                    </a:lnTo>
                    <a:lnTo>
                      <a:pt x="1326561" y="967106"/>
                    </a:lnTo>
                    <a:lnTo>
                      <a:pt x="1322111" y="965518"/>
                    </a:lnTo>
                    <a:lnTo>
                      <a:pt x="1317979" y="963296"/>
                    </a:lnTo>
                    <a:lnTo>
                      <a:pt x="1314165" y="961073"/>
                    </a:lnTo>
                    <a:lnTo>
                      <a:pt x="1310351" y="958851"/>
                    </a:lnTo>
                    <a:lnTo>
                      <a:pt x="1307173" y="956311"/>
                    </a:lnTo>
                    <a:lnTo>
                      <a:pt x="1303995" y="953453"/>
                    </a:lnTo>
                    <a:lnTo>
                      <a:pt x="1301134" y="950913"/>
                    </a:lnTo>
                    <a:lnTo>
                      <a:pt x="1298274" y="948056"/>
                    </a:lnTo>
                    <a:lnTo>
                      <a:pt x="1295731" y="944563"/>
                    </a:lnTo>
                    <a:lnTo>
                      <a:pt x="1293824" y="941706"/>
                    </a:lnTo>
                    <a:lnTo>
                      <a:pt x="1291599" y="938531"/>
                    </a:lnTo>
                    <a:lnTo>
                      <a:pt x="1289692" y="935038"/>
                    </a:lnTo>
                    <a:lnTo>
                      <a:pt x="1288103" y="931546"/>
                    </a:lnTo>
                    <a:lnTo>
                      <a:pt x="1286832" y="928371"/>
                    </a:lnTo>
                    <a:lnTo>
                      <a:pt x="1284607" y="921068"/>
                    </a:lnTo>
                    <a:lnTo>
                      <a:pt x="1283336" y="913448"/>
                    </a:lnTo>
                    <a:lnTo>
                      <a:pt x="1282700" y="905511"/>
                    </a:lnTo>
                    <a:lnTo>
                      <a:pt x="1283018" y="897573"/>
                    </a:lnTo>
                    <a:lnTo>
                      <a:pt x="1283971" y="889953"/>
                    </a:lnTo>
                    <a:lnTo>
                      <a:pt x="1285560" y="882016"/>
                    </a:lnTo>
                    <a:lnTo>
                      <a:pt x="1287785" y="874078"/>
                    </a:lnTo>
                    <a:lnTo>
                      <a:pt x="1290646" y="866141"/>
                    </a:lnTo>
                    <a:lnTo>
                      <a:pt x="1294142" y="858521"/>
                    </a:lnTo>
                    <a:lnTo>
                      <a:pt x="1298909" y="849948"/>
                    </a:lnTo>
                    <a:lnTo>
                      <a:pt x="1304313" y="841376"/>
                    </a:lnTo>
                    <a:lnTo>
                      <a:pt x="1310351" y="833756"/>
                    </a:lnTo>
                    <a:lnTo>
                      <a:pt x="1317026" y="826136"/>
                    </a:lnTo>
                    <a:lnTo>
                      <a:pt x="1714315" y="429261"/>
                    </a:lnTo>
                    <a:lnTo>
                      <a:pt x="1718446" y="425768"/>
                    </a:lnTo>
                    <a:lnTo>
                      <a:pt x="1721943" y="422276"/>
                    </a:lnTo>
                    <a:lnTo>
                      <a:pt x="1726074" y="419736"/>
                    </a:lnTo>
                    <a:lnTo>
                      <a:pt x="1729571" y="417196"/>
                    </a:lnTo>
                    <a:lnTo>
                      <a:pt x="1733384" y="415608"/>
                    </a:lnTo>
                    <a:lnTo>
                      <a:pt x="1736881" y="414021"/>
                    </a:lnTo>
                    <a:lnTo>
                      <a:pt x="1740377" y="412433"/>
                    </a:lnTo>
                    <a:lnTo>
                      <a:pt x="1743873" y="411798"/>
                    </a:lnTo>
                    <a:lnTo>
                      <a:pt x="1747051" y="411481"/>
                    </a:lnTo>
                    <a:lnTo>
                      <a:pt x="1750865" y="411163"/>
                    </a:lnTo>
                    <a:close/>
                    <a:moveTo>
                      <a:pt x="198373" y="319088"/>
                    </a:moveTo>
                    <a:lnTo>
                      <a:pt x="1557783" y="319088"/>
                    </a:lnTo>
                    <a:lnTo>
                      <a:pt x="1453042" y="423822"/>
                    </a:lnTo>
                    <a:lnTo>
                      <a:pt x="315492" y="423822"/>
                    </a:lnTo>
                    <a:lnTo>
                      <a:pt x="305336" y="424140"/>
                    </a:lnTo>
                    <a:lnTo>
                      <a:pt x="295179" y="424774"/>
                    </a:lnTo>
                    <a:lnTo>
                      <a:pt x="285340" y="426361"/>
                    </a:lnTo>
                    <a:lnTo>
                      <a:pt x="275500" y="427631"/>
                    </a:lnTo>
                    <a:lnTo>
                      <a:pt x="265979" y="429852"/>
                    </a:lnTo>
                    <a:lnTo>
                      <a:pt x="256457" y="433026"/>
                    </a:lnTo>
                    <a:lnTo>
                      <a:pt x="247570" y="435882"/>
                    </a:lnTo>
                    <a:lnTo>
                      <a:pt x="238365" y="439374"/>
                    </a:lnTo>
                    <a:lnTo>
                      <a:pt x="229478" y="443499"/>
                    </a:lnTo>
                    <a:lnTo>
                      <a:pt x="221226" y="447943"/>
                    </a:lnTo>
                    <a:lnTo>
                      <a:pt x="212973" y="452703"/>
                    </a:lnTo>
                    <a:lnTo>
                      <a:pt x="204721" y="457781"/>
                    </a:lnTo>
                    <a:lnTo>
                      <a:pt x="196786" y="463494"/>
                    </a:lnTo>
                    <a:lnTo>
                      <a:pt x="189486" y="469207"/>
                    </a:lnTo>
                    <a:lnTo>
                      <a:pt x="182186" y="475554"/>
                    </a:lnTo>
                    <a:lnTo>
                      <a:pt x="175203" y="481902"/>
                    </a:lnTo>
                    <a:lnTo>
                      <a:pt x="168855" y="488884"/>
                    </a:lnTo>
                    <a:lnTo>
                      <a:pt x="162507" y="496184"/>
                    </a:lnTo>
                    <a:lnTo>
                      <a:pt x="156794" y="503483"/>
                    </a:lnTo>
                    <a:lnTo>
                      <a:pt x="151398" y="511100"/>
                    </a:lnTo>
                    <a:lnTo>
                      <a:pt x="145685" y="519670"/>
                    </a:lnTo>
                    <a:lnTo>
                      <a:pt x="140924" y="527604"/>
                    </a:lnTo>
                    <a:lnTo>
                      <a:pt x="136798" y="536490"/>
                    </a:lnTo>
                    <a:lnTo>
                      <a:pt x="132672" y="545060"/>
                    </a:lnTo>
                    <a:lnTo>
                      <a:pt x="129498" y="554263"/>
                    </a:lnTo>
                    <a:lnTo>
                      <a:pt x="126007" y="563150"/>
                    </a:lnTo>
                    <a:lnTo>
                      <a:pt x="123468" y="572671"/>
                    </a:lnTo>
                    <a:lnTo>
                      <a:pt x="121246" y="582193"/>
                    </a:lnTo>
                    <a:lnTo>
                      <a:pt x="119659" y="592031"/>
                    </a:lnTo>
                    <a:lnTo>
                      <a:pt x="118072" y="601870"/>
                    </a:lnTo>
                    <a:lnTo>
                      <a:pt x="117437" y="612026"/>
                    </a:lnTo>
                    <a:lnTo>
                      <a:pt x="117437" y="622182"/>
                    </a:lnTo>
                    <a:lnTo>
                      <a:pt x="117437" y="1633658"/>
                    </a:lnTo>
                    <a:lnTo>
                      <a:pt x="117437" y="1643814"/>
                    </a:lnTo>
                    <a:lnTo>
                      <a:pt x="118072" y="1653970"/>
                    </a:lnTo>
                    <a:lnTo>
                      <a:pt x="119659" y="1663808"/>
                    </a:lnTo>
                    <a:lnTo>
                      <a:pt x="121246" y="1673647"/>
                    </a:lnTo>
                    <a:lnTo>
                      <a:pt x="123468" y="1683168"/>
                    </a:lnTo>
                    <a:lnTo>
                      <a:pt x="126007" y="1692689"/>
                    </a:lnTo>
                    <a:lnTo>
                      <a:pt x="129498" y="1701576"/>
                    </a:lnTo>
                    <a:lnTo>
                      <a:pt x="132672" y="1710780"/>
                    </a:lnTo>
                    <a:lnTo>
                      <a:pt x="136798" y="1719666"/>
                    </a:lnTo>
                    <a:lnTo>
                      <a:pt x="140924" y="1728235"/>
                    </a:lnTo>
                    <a:lnTo>
                      <a:pt x="145685" y="1736170"/>
                    </a:lnTo>
                    <a:lnTo>
                      <a:pt x="151398" y="1744739"/>
                    </a:lnTo>
                    <a:lnTo>
                      <a:pt x="156794" y="1752356"/>
                    </a:lnTo>
                    <a:lnTo>
                      <a:pt x="162507" y="1759656"/>
                    </a:lnTo>
                    <a:lnTo>
                      <a:pt x="168855" y="1766955"/>
                    </a:lnTo>
                    <a:lnTo>
                      <a:pt x="175203" y="1773938"/>
                    </a:lnTo>
                    <a:lnTo>
                      <a:pt x="182186" y="1780285"/>
                    </a:lnTo>
                    <a:lnTo>
                      <a:pt x="189486" y="1786633"/>
                    </a:lnTo>
                    <a:lnTo>
                      <a:pt x="196786" y="1792345"/>
                    </a:lnTo>
                    <a:lnTo>
                      <a:pt x="204721" y="1798375"/>
                    </a:lnTo>
                    <a:lnTo>
                      <a:pt x="212973" y="1803453"/>
                    </a:lnTo>
                    <a:lnTo>
                      <a:pt x="221226" y="1808214"/>
                    </a:lnTo>
                    <a:lnTo>
                      <a:pt x="229478" y="1812340"/>
                    </a:lnTo>
                    <a:lnTo>
                      <a:pt x="238365" y="1816466"/>
                    </a:lnTo>
                    <a:lnTo>
                      <a:pt x="247570" y="1819640"/>
                    </a:lnTo>
                    <a:lnTo>
                      <a:pt x="256457" y="1823131"/>
                    </a:lnTo>
                    <a:lnTo>
                      <a:pt x="265979" y="1825670"/>
                    </a:lnTo>
                    <a:lnTo>
                      <a:pt x="275500" y="1827891"/>
                    </a:lnTo>
                    <a:lnTo>
                      <a:pt x="285340" y="1829478"/>
                    </a:lnTo>
                    <a:lnTo>
                      <a:pt x="295179" y="1831065"/>
                    </a:lnTo>
                    <a:lnTo>
                      <a:pt x="305336" y="1831700"/>
                    </a:lnTo>
                    <a:lnTo>
                      <a:pt x="315492" y="1831700"/>
                    </a:lnTo>
                    <a:lnTo>
                      <a:pt x="1632371" y="1831700"/>
                    </a:lnTo>
                    <a:lnTo>
                      <a:pt x="1642527" y="1831700"/>
                    </a:lnTo>
                    <a:lnTo>
                      <a:pt x="1652367" y="1831065"/>
                    </a:lnTo>
                    <a:lnTo>
                      <a:pt x="1662523" y="1829478"/>
                    </a:lnTo>
                    <a:lnTo>
                      <a:pt x="1672045" y="1827891"/>
                    </a:lnTo>
                    <a:lnTo>
                      <a:pt x="1681885" y="1825670"/>
                    </a:lnTo>
                    <a:lnTo>
                      <a:pt x="1691089" y="1823131"/>
                    </a:lnTo>
                    <a:lnTo>
                      <a:pt x="1700611" y="1819640"/>
                    </a:lnTo>
                    <a:lnTo>
                      <a:pt x="1709181" y="1816466"/>
                    </a:lnTo>
                    <a:lnTo>
                      <a:pt x="1718385" y="1812340"/>
                    </a:lnTo>
                    <a:lnTo>
                      <a:pt x="1726637" y="1808214"/>
                    </a:lnTo>
                    <a:lnTo>
                      <a:pt x="1735207" y="1803453"/>
                    </a:lnTo>
                    <a:lnTo>
                      <a:pt x="1743142" y="1798375"/>
                    </a:lnTo>
                    <a:lnTo>
                      <a:pt x="1750760" y="1792345"/>
                    </a:lnTo>
                    <a:lnTo>
                      <a:pt x="1758377" y="1786633"/>
                    </a:lnTo>
                    <a:lnTo>
                      <a:pt x="1765677" y="1780285"/>
                    </a:lnTo>
                    <a:lnTo>
                      <a:pt x="1772660" y="1773938"/>
                    </a:lnTo>
                    <a:lnTo>
                      <a:pt x="1779325" y="1766955"/>
                    </a:lnTo>
                    <a:lnTo>
                      <a:pt x="1785356" y="1759973"/>
                    </a:lnTo>
                    <a:lnTo>
                      <a:pt x="1791069" y="1752356"/>
                    </a:lnTo>
                    <a:lnTo>
                      <a:pt x="1796782" y="1744739"/>
                    </a:lnTo>
                    <a:lnTo>
                      <a:pt x="1801861" y="1736805"/>
                    </a:lnTo>
                    <a:lnTo>
                      <a:pt x="1806621" y="1728235"/>
                    </a:lnTo>
                    <a:lnTo>
                      <a:pt x="1810748" y="1719666"/>
                    </a:lnTo>
                    <a:lnTo>
                      <a:pt x="1814874" y="1710780"/>
                    </a:lnTo>
                    <a:lnTo>
                      <a:pt x="1818683" y="1702211"/>
                    </a:lnTo>
                    <a:lnTo>
                      <a:pt x="1821857" y="1692689"/>
                    </a:lnTo>
                    <a:lnTo>
                      <a:pt x="1824396" y="1683168"/>
                    </a:lnTo>
                    <a:lnTo>
                      <a:pt x="1826617" y="1673647"/>
                    </a:lnTo>
                    <a:lnTo>
                      <a:pt x="1828522" y="1663808"/>
                    </a:lnTo>
                    <a:lnTo>
                      <a:pt x="1829474" y="1653970"/>
                    </a:lnTo>
                    <a:lnTo>
                      <a:pt x="1830109" y="1643814"/>
                    </a:lnTo>
                    <a:lnTo>
                      <a:pt x="1830426" y="1633658"/>
                    </a:lnTo>
                    <a:lnTo>
                      <a:pt x="1830426" y="1113162"/>
                    </a:lnTo>
                    <a:lnTo>
                      <a:pt x="1830426" y="773570"/>
                    </a:lnTo>
                    <a:lnTo>
                      <a:pt x="1947863" y="656458"/>
                    </a:lnTo>
                    <a:lnTo>
                      <a:pt x="1947863" y="1738391"/>
                    </a:lnTo>
                    <a:lnTo>
                      <a:pt x="1947546" y="1748865"/>
                    </a:lnTo>
                    <a:lnTo>
                      <a:pt x="1946911" y="1758704"/>
                    </a:lnTo>
                    <a:lnTo>
                      <a:pt x="1945324" y="1768860"/>
                    </a:lnTo>
                    <a:lnTo>
                      <a:pt x="1943419" y="1778063"/>
                    </a:lnTo>
                    <a:lnTo>
                      <a:pt x="1941198" y="1787902"/>
                    </a:lnTo>
                    <a:lnTo>
                      <a:pt x="1938659" y="1797423"/>
                    </a:lnTo>
                    <a:lnTo>
                      <a:pt x="1935802" y="1806627"/>
                    </a:lnTo>
                    <a:lnTo>
                      <a:pt x="1932311" y="1815831"/>
                    </a:lnTo>
                    <a:lnTo>
                      <a:pt x="1928184" y="1824400"/>
                    </a:lnTo>
                    <a:lnTo>
                      <a:pt x="1923741" y="1832969"/>
                    </a:lnTo>
                    <a:lnTo>
                      <a:pt x="1918980" y="1841221"/>
                    </a:lnTo>
                    <a:lnTo>
                      <a:pt x="1913902" y="1849156"/>
                    </a:lnTo>
                    <a:lnTo>
                      <a:pt x="1908188" y="1856773"/>
                    </a:lnTo>
                    <a:lnTo>
                      <a:pt x="1902475" y="1864707"/>
                    </a:lnTo>
                    <a:lnTo>
                      <a:pt x="1896127" y="1871689"/>
                    </a:lnTo>
                    <a:lnTo>
                      <a:pt x="1889462" y="1878671"/>
                    </a:lnTo>
                    <a:lnTo>
                      <a:pt x="1882797" y="1885336"/>
                    </a:lnTo>
                    <a:lnTo>
                      <a:pt x="1875497" y="1891366"/>
                    </a:lnTo>
                    <a:lnTo>
                      <a:pt x="1868197" y="1897397"/>
                    </a:lnTo>
                    <a:lnTo>
                      <a:pt x="1860579" y="1902792"/>
                    </a:lnTo>
                    <a:lnTo>
                      <a:pt x="1852327" y="1907870"/>
                    </a:lnTo>
                    <a:lnTo>
                      <a:pt x="1844074" y="1912631"/>
                    </a:lnTo>
                    <a:lnTo>
                      <a:pt x="1835187" y="1917074"/>
                    </a:lnTo>
                    <a:lnTo>
                      <a:pt x="1826617" y="1920882"/>
                    </a:lnTo>
                    <a:lnTo>
                      <a:pt x="1817413" y="1924691"/>
                    </a:lnTo>
                    <a:lnTo>
                      <a:pt x="1808209" y="1927865"/>
                    </a:lnTo>
                    <a:lnTo>
                      <a:pt x="1799004" y="1930404"/>
                    </a:lnTo>
                    <a:lnTo>
                      <a:pt x="1789482" y="1932625"/>
                    </a:lnTo>
                    <a:lnTo>
                      <a:pt x="1779643" y="1934530"/>
                    </a:lnTo>
                    <a:lnTo>
                      <a:pt x="1769803" y="1935482"/>
                    </a:lnTo>
                    <a:lnTo>
                      <a:pt x="1759647" y="1936434"/>
                    </a:lnTo>
                    <a:lnTo>
                      <a:pt x="1749173" y="1936751"/>
                    </a:lnTo>
                    <a:lnTo>
                      <a:pt x="198373" y="1936751"/>
                    </a:lnTo>
                    <a:lnTo>
                      <a:pt x="188216" y="1936434"/>
                    </a:lnTo>
                    <a:lnTo>
                      <a:pt x="178377" y="1935482"/>
                    </a:lnTo>
                    <a:lnTo>
                      <a:pt x="168538" y="1934530"/>
                    </a:lnTo>
                    <a:lnTo>
                      <a:pt x="158699" y="1932625"/>
                    </a:lnTo>
                    <a:lnTo>
                      <a:pt x="148859" y="1930404"/>
                    </a:lnTo>
                    <a:lnTo>
                      <a:pt x="139655" y="1927865"/>
                    </a:lnTo>
                    <a:lnTo>
                      <a:pt x="130133" y="1924691"/>
                    </a:lnTo>
                    <a:lnTo>
                      <a:pt x="121246" y="1920882"/>
                    </a:lnTo>
                    <a:lnTo>
                      <a:pt x="112359" y="1917074"/>
                    </a:lnTo>
                    <a:lnTo>
                      <a:pt x="103789" y="1912631"/>
                    </a:lnTo>
                    <a:lnTo>
                      <a:pt x="95537" y="1907870"/>
                    </a:lnTo>
                    <a:lnTo>
                      <a:pt x="87602" y="1902792"/>
                    </a:lnTo>
                    <a:lnTo>
                      <a:pt x="79984" y="1897397"/>
                    </a:lnTo>
                    <a:lnTo>
                      <a:pt x="72049" y="1891366"/>
                    </a:lnTo>
                    <a:lnTo>
                      <a:pt x="65067" y="1885336"/>
                    </a:lnTo>
                    <a:lnTo>
                      <a:pt x="58084" y="1878671"/>
                    </a:lnTo>
                    <a:lnTo>
                      <a:pt x="51418" y="1871689"/>
                    </a:lnTo>
                    <a:lnTo>
                      <a:pt x="45388" y="1864707"/>
                    </a:lnTo>
                    <a:lnTo>
                      <a:pt x="39357" y="1856773"/>
                    </a:lnTo>
                    <a:lnTo>
                      <a:pt x="33962" y="1849156"/>
                    </a:lnTo>
                    <a:lnTo>
                      <a:pt x="28883" y="1841221"/>
                    </a:lnTo>
                    <a:lnTo>
                      <a:pt x="24122" y="1832969"/>
                    </a:lnTo>
                    <a:lnTo>
                      <a:pt x="19679" y="1824400"/>
                    </a:lnTo>
                    <a:lnTo>
                      <a:pt x="15870" y="1815831"/>
                    </a:lnTo>
                    <a:lnTo>
                      <a:pt x="12061" y="1806627"/>
                    </a:lnTo>
                    <a:lnTo>
                      <a:pt x="8887" y="1797423"/>
                    </a:lnTo>
                    <a:lnTo>
                      <a:pt x="6348" y="1787902"/>
                    </a:lnTo>
                    <a:lnTo>
                      <a:pt x="4126" y="1778063"/>
                    </a:lnTo>
                    <a:lnTo>
                      <a:pt x="2222" y="1768860"/>
                    </a:lnTo>
                    <a:lnTo>
                      <a:pt x="1270" y="1758704"/>
                    </a:lnTo>
                    <a:lnTo>
                      <a:pt x="318" y="1748865"/>
                    </a:lnTo>
                    <a:lnTo>
                      <a:pt x="0" y="1738391"/>
                    </a:lnTo>
                    <a:lnTo>
                      <a:pt x="0" y="517448"/>
                    </a:lnTo>
                    <a:lnTo>
                      <a:pt x="318" y="507292"/>
                    </a:lnTo>
                    <a:lnTo>
                      <a:pt x="1270" y="497453"/>
                    </a:lnTo>
                    <a:lnTo>
                      <a:pt x="2222" y="487297"/>
                    </a:lnTo>
                    <a:lnTo>
                      <a:pt x="4126" y="477776"/>
                    </a:lnTo>
                    <a:lnTo>
                      <a:pt x="6348" y="467937"/>
                    </a:lnTo>
                    <a:lnTo>
                      <a:pt x="8887" y="458416"/>
                    </a:lnTo>
                    <a:lnTo>
                      <a:pt x="12061" y="449212"/>
                    </a:lnTo>
                    <a:lnTo>
                      <a:pt x="15870" y="440008"/>
                    </a:lnTo>
                    <a:lnTo>
                      <a:pt x="19679" y="431439"/>
                    </a:lnTo>
                    <a:lnTo>
                      <a:pt x="24122" y="423187"/>
                    </a:lnTo>
                    <a:lnTo>
                      <a:pt x="28883" y="414618"/>
                    </a:lnTo>
                    <a:lnTo>
                      <a:pt x="33962" y="406684"/>
                    </a:lnTo>
                    <a:lnTo>
                      <a:pt x="39357" y="399067"/>
                    </a:lnTo>
                    <a:lnTo>
                      <a:pt x="45388" y="391450"/>
                    </a:lnTo>
                    <a:lnTo>
                      <a:pt x="51418" y="384150"/>
                    </a:lnTo>
                    <a:lnTo>
                      <a:pt x="58084" y="377168"/>
                    </a:lnTo>
                    <a:lnTo>
                      <a:pt x="65067" y="370503"/>
                    </a:lnTo>
                    <a:lnTo>
                      <a:pt x="72049" y="364473"/>
                    </a:lnTo>
                    <a:lnTo>
                      <a:pt x="79984" y="358443"/>
                    </a:lnTo>
                    <a:lnTo>
                      <a:pt x="87602" y="353047"/>
                    </a:lnTo>
                    <a:lnTo>
                      <a:pt x="95537" y="347969"/>
                    </a:lnTo>
                    <a:lnTo>
                      <a:pt x="103789" y="343209"/>
                    </a:lnTo>
                    <a:lnTo>
                      <a:pt x="112359" y="338766"/>
                    </a:lnTo>
                    <a:lnTo>
                      <a:pt x="121246" y="334957"/>
                    </a:lnTo>
                    <a:lnTo>
                      <a:pt x="130133" y="331149"/>
                    </a:lnTo>
                    <a:lnTo>
                      <a:pt x="139655" y="328292"/>
                    </a:lnTo>
                    <a:lnTo>
                      <a:pt x="148859" y="325436"/>
                    </a:lnTo>
                    <a:lnTo>
                      <a:pt x="158699" y="323214"/>
                    </a:lnTo>
                    <a:lnTo>
                      <a:pt x="168538" y="321310"/>
                    </a:lnTo>
                    <a:lnTo>
                      <a:pt x="178377" y="320358"/>
                    </a:lnTo>
                    <a:lnTo>
                      <a:pt x="188216" y="319723"/>
                    </a:lnTo>
                    <a:lnTo>
                      <a:pt x="198373" y="319088"/>
                    </a:lnTo>
                    <a:close/>
                    <a:moveTo>
                      <a:pt x="2076641" y="106363"/>
                    </a:moveTo>
                    <a:lnTo>
                      <a:pt x="2082030" y="106363"/>
                    </a:lnTo>
                    <a:lnTo>
                      <a:pt x="2087102" y="106363"/>
                    </a:lnTo>
                    <a:lnTo>
                      <a:pt x="2092174" y="106679"/>
                    </a:lnTo>
                    <a:lnTo>
                      <a:pt x="2097246" y="107313"/>
                    </a:lnTo>
                    <a:lnTo>
                      <a:pt x="2102318" y="108263"/>
                    </a:lnTo>
                    <a:lnTo>
                      <a:pt x="2107390" y="109213"/>
                    </a:lnTo>
                    <a:lnTo>
                      <a:pt x="2112145" y="110797"/>
                    </a:lnTo>
                    <a:lnTo>
                      <a:pt x="2117217" y="112064"/>
                    </a:lnTo>
                    <a:lnTo>
                      <a:pt x="2121972" y="113965"/>
                    </a:lnTo>
                    <a:lnTo>
                      <a:pt x="2126727" y="116182"/>
                    </a:lnTo>
                    <a:lnTo>
                      <a:pt x="2131482" y="118399"/>
                    </a:lnTo>
                    <a:lnTo>
                      <a:pt x="2136237" y="120933"/>
                    </a:lnTo>
                    <a:lnTo>
                      <a:pt x="2140358" y="123784"/>
                    </a:lnTo>
                    <a:lnTo>
                      <a:pt x="2144796" y="126634"/>
                    </a:lnTo>
                    <a:lnTo>
                      <a:pt x="2148916" y="130119"/>
                    </a:lnTo>
                    <a:lnTo>
                      <a:pt x="2153354" y="133603"/>
                    </a:lnTo>
                    <a:lnTo>
                      <a:pt x="2157158" y="137087"/>
                    </a:lnTo>
                    <a:lnTo>
                      <a:pt x="2166351" y="146589"/>
                    </a:lnTo>
                    <a:lnTo>
                      <a:pt x="2169838" y="150707"/>
                    </a:lnTo>
                    <a:lnTo>
                      <a:pt x="2173642" y="154825"/>
                    </a:lnTo>
                    <a:lnTo>
                      <a:pt x="2176812" y="158626"/>
                    </a:lnTo>
                    <a:lnTo>
                      <a:pt x="2179665" y="163060"/>
                    </a:lnTo>
                    <a:lnTo>
                      <a:pt x="2182835" y="167811"/>
                    </a:lnTo>
                    <a:lnTo>
                      <a:pt x="2185371" y="172246"/>
                    </a:lnTo>
                    <a:lnTo>
                      <a:pt x="2187273" y="176997"/>
                    </a:lnTo>
                    <a:lnTo>
                      <a:pt x="2189492" y="181748"/>
                    </a:lnTo>
                    <a:lnTo>
                      <a:pt x="2191394" y="186183"/>
                    </a:lnTo>
                    <a:lnTo>
                      <a:pt x="2192979" y="191567"/>
                    </a:lnTo>
                    <a:lnTo>
                      <a:pt x="2194247" y="196002"/>
                    </a:lnTo>
                    <a:lnTo>
                      <a:pt x="2195515" y="201387"/>
                    </a:lnTo>
                    <a:lnTo>
                      <a:pt x="2196149" y="206454"/>
                    </a:lnTo>
                    <a:lnTo>
                      <a:pt x="2196783" y="211522"/>
                    </a:lnTo>
                    <a:lnTo>
                      <a:pt x="2197100" y="216590"/>
                    </a:lnTo>
                    <a:lnTo>
                      <a:pt x="2197100" y="221658"/>
                    </a:lnTo>
                    <a:lnTo>
                      <a:pt x="2197100" y="226726"/>
                    </a:lnTo>
                    <a:lnTo>
                      <a:pt x="2196783" y="231794"/>
                    </a:lnTo>
                    <a:lnTo>
                      <a:pt x="2196149" y="236862"/>
                    </a:lnTo>
                    <a:lnTo>
                      <a:pt x="2195515" y="241613"/>
                    </a:lnTo>
                    <a:lnTo>
                      <a:pt x="2194247" y="246681"/>
                    </a:lnTo>
                    <a:lnTo>
                      <a:pt x="2192979" y="251749"/>
                    </a:lnTo>
                    <a:lnTo>
                      <a:pt x="2191394" y="256500"/>
                    </a:lnTo>
                    <a:lnTo>
                      <a:pt x="2189492" y="261251"/>
                    </a:lnTo>
                    <a:lnTo>
                      <a:pt x="2187273" y="266319"/>
                    </a:lnTo>
                    <a:lnTo>
                      <a:pt x="2185371" y="270754"/>
                    </a:lnTo>
                    <a:lnTo>
                      <a:pt x="2182835" y="275505"/>
                    </a:lnTo>
                    <a:lnTo>
                      <a:pt x="2179665" y="279623"/>
                    </a:lnTo>
                    <a:lnTo>
                      <a:pt x="2176812" y="284057"/>
                    </a:lnTo>
                    <a:lnTo>
                      <a:pt x="2173642" y="288492"/>
                    </a:lnTo>
                    <a:lnTo>
                      <a:pt x="2169838" y="292609"/>
                    </a:lnTo>
                    <a:lnTo>
                      <a:pt x="2166351" y="296410"/>
                    </a:lnTo>
                    <a:lnTo>
                      <a:pt x="1970764" y="491843"/>
                    </a:lnTo>
                    <a:lnTo>
                      <a:pt x="1967277" y="495010"/>
                    </a:lnTo>
                    <a:lnTo>
                      <a:pt x="1963473" y="498178"/>
                    </a:lnTo>
                    <a:lnTo>
                      <a:pt x="1959986" y="500712"/>
                    </a:lnTo>
                    <a:lnTo>
                      <a:pt x="1956816" y="502612"/>
                    </a:lnTo>
                    <a:lnTo>
                      <a:pt x="1953329" y="504513"/>
                    </a:lnTo>
                    <a:lnTo>
                      <a:pt x="1950476" y="505463"/>
                    </a:lnTo>
                    <a:lnTo>
                      <a:pt x="1947623" y="505780"/>
                    </a:lnTo>
                    <a:lnTo>
                      <a:pt x="1944771" y="506413"/>
                    </a:lnTo>
                    <a:lnTo>
                      <a:pt x="1941918" y="505780"/>
                    </a:lnTo>
                    <a:lnTo>
                      <a:pt x="1939382" y="505463"/>
                    </a:lnTo>
                    <a:lnTo>
                      <a:pt x="1936846" y="504513"/>
                    </a:lnTo>
                    <a:lnTo>
                      <a:pt x="1933993" y="502929"/>
                    </a:lnTo>
                    <a:lnTo>
                      <a:pt x="1931457" y="501662"/>
                    </a:lnTo>
                    <a:lnTo>
                      <a:pt x="1928921" y="499445"/>
                    </a:lnTo>
                    <a:lnTo>
                      <a:pt x="1924166" y="494694"/>
                    </a:lnTo>
                    <a:lnTo>
                      <a:pt x="1919094" y="489309"/>
                    </a:lnTo>
                    <a:lnTo>
                      <a:pt x="1914022" y="482657"/>
                    </a:lnTo>
                    <a:lnTo>
                      <a:pt x="1903561" y="467770"/>
                    </a:lnTo>
                    <a:lnTo>
                      <a:pt x="1897855" y="459852"/>
                    </a:lnTo>
                    <a:lnTo>
                      <a:pt x="1891515" y="451616"/>
                    </a:lnTo>
                    <a:lnTo>
                      <a:pt x="1884541" y="443698"/>
                    </a:lnTo>
                    <a:lnTo>
                      <a:pt x="1877250" y="435779"/>
                    </a:lnTo>
                    <a:lnTo>
                      <a:pt x="1868057" y="426277"/>
                    </a:lnTo>
                    <a:lnTo>
                      <a:pt x="1859815" y="418991"/>
                    </a:lnTo>
                    <a:lnTo>
                      <a:pt x="1851890" y="412023"/>
                    </a:lnTo>
                    <a:lnTo>
                      <a:pt x="1843966" y="406005"/>
                    </a:lnTo>
                    <a:lnTo>
                      <a:pt x="1836041" y="399987"/>
                    </a:lnTo>
                    <a:lnTo>
                      <a:pt x="1820825" y="389217"/>
                    </a:lnTo>
                    <a:lnTo>
                      <a:pt x="1814485" y="384466"/>
                    </a:lnTo>
                    <a:lnTo>
                      <a:pt x="1808462" y="379398"/>
                    </a:lnTo>
                    <a:lnTo>
                      <a:pt x="1804024" y="374647"/>
                    </a:lnTo>
                    <a:lnTo>
                      <a:pt x="1802122" y="372113"/>
                    </a:lnTo>
                    <a:lnTo>
                      <a:pt x="1800220" y="369579"/>
                    </a:lnTo>
                    <a:lnTo>
                      <a:pt x="1798635" y="367045"/>
                    </a:lnTo>
                    <a:lnTo>
                      <a:pt x="1798001" y="364511"/>
                    </a:lnTo>
                    <a:lnTo>
                      <a:pt x="1797367" y="361660"/>
                    </a:lnTo>
                    <a:lnTo>
                      <a:pt x="1797050" y="359126"/>
                    </a:lnTo>
                    <a:lnTo>
                      <a:pt x="1797367" y="355959"/>
                    </a:lnTo>
                    <a:lnTo>
                      <a:pt x="1797684" y="353108"/>
                    </a:lnTo>
                    <a:lnTo>
                      <a:pt x="1798635" y="349941"/>
                    </a:lnTo>
                    <a:lnTo>
                      <a:pt x="1800220" y="346773"/>
                    </a:lnTo>
                    <a:lnTo>
                      <a:pt x="1802439" y="343289"/>
                    </a:lnTo>
                    <a:lnTo>
                      <a:pt x="1804975" y="340122"/>
                    </a:lnTo>
                    <a:lnTo>
                      <a:pt x="1807828" y="336637"/>
                    </a:lnTo>
                    <a:lnTo>
                      <a:pt x="1811632" y="332520"/>
                    </a:lnTo>
                    <a:lnTo>
                      <a:pt x="2006902" y="137087"/>
                    </a:lnTo>
                    <a:lnTo>
                      <a:pt x="2011023" y="133603"/>
                    </a:lnTo>
                    <a:lnTo>
                      <a:pt x="2014827" y="130119"/>
                    </a:lnTo>
                    <a:lnTo>
                      <a:pt x="2019265" y="126634"/>
                    </a:lnTo>
                    <a:lnTo>
                      <a:pt x="2023703" y="123784"/>
                    </a:lnTo>
                    <a:lnTo>
                      <a:pt x="2028141" y="120933"/>
                    </a:lnTo>
                    <a:lnTo>
                      <a:pt x="2032896" y="118399"/>
                    </a:lnTo>
                    <a:lnTo>
                      <a:pt x="2037017" y="116182"/>
                    </a:lnTo>
                    <a:lnTo>
                      <a:pt x="2041772" y="113965"/>
                    </a:lnTo>
                    <a:lnTo>
                      <a:pt x="2046843" y="112064"/>
                    </a:lnTo>
                    <a:lnTo>
                      <a:pt x="2051598" y="110797"/>
                    </a:lnTo>
                    <a:lnTo>
                      <a:pt x="2056670" y="109213"/>
                    </a:lnTo>
                    <a:lnTo>
                      <a:pt x="2061425" y="108263"/>
                    </a:lnTo>
                    <a:lnTo>
                      <a:pt x="2066497" y="107313"/>
                    </a:lnTo>
                    <a:lnTo>
                      <a:pt x="2071569" y="106679"/>
                    </a:lnTo>
                    <a:lnTo>
                      <a:pt x="2076641" y="106363"/>
                    </a:lnTo>
                    <a:close/>
                    <a:moveTo>
                      <a:pt x="2213628" y="19050"/>
                    </a:moveTo>
                    <a:lnTo>
                      <a:pt x="2219371" y="19369"/>
                    </a:lnTo>
                    <a:lnTo>
                      <a:pt x="2225751" y="20007"/>
                    </a:lnTo>
                    <a:lnTo>
                      <a:pt x="2231493" y="21602"/>
                    </a:lnTo>
                    <a:lnTo>
                      <a:pt x="2237236" y="23516"/>
                    </a:lnTo>
                    <a:lnTo>
                      <a:pt x="2242978" y="26387"/>
                    </a:lnTo>
                    <a:lnTo>
                      <a:pt x="2248401" y="29258"/>
                    </a:lnTo>
                    <a:lnTo>
                      <a:pt x="2253506" y="33087"/>
                    </a:lnTo>
                    <a:lnTo>
                      <a:pt x="2258291" y="37234"/>
                    </a:lnTo>
                    <a:lnTo>
                      <a:pt x="2262757" y="42019"/>
                    </a:lnTo>
                    <a:lnTo>
                      <a:pt x="2266266" y="47123"/>
                    </a:lnTo>
                    <a:lnTo>
                      <a:pt x="2269457" y="52547"/>
                    </a:lnTo>
                    <a:lnTo>
                      <a:pt x="2272009" y="58608"/>
                    </a:lnTo>
                    <a:lnTo>
                      <a:pt x="2273923" y="64350"/>
                    </a:lnTo>
                    <a:lnTo>
                      <a:pt x="2275518" y="70412"/>
                    </a:lnTo>
                    <a:lnTo>
                      <a:pt x="2276475" y="76154"/>
                    </a:lnTo>
                    <a:lnTo>
                      <a:pt x="2276475" y="82216"/>
                    </a:lnTo>
                    <a:lnTo>
                      <a:pt x="2276475" y="88277"/>
                    </a:lnTo>
                    <a:lnTo>
                      <a:pt x="2275518" y="94338"/>
                    </a:lnTo>
                    <a:lnTo>
                      <a:pt x="2273923" y="100400"/>
                    </a:lnTo>
                    <a:lnTo>
                      <a:pt x="2272009" y="106142"/>
                    </a:lnTo>
                    <a:lnTo>
                      <a:pt x="2269457" y="111565"/>
                    </a:lnTo>
                    <a:lnTo>
                      <a:pt x="2266266" y="117308"/>
                    </a:lnTo>
                    <a:lnTo>
                      <a:pt x="2262757" y="122412"/>
                    </a:lnTo>
                    <a:lnTo>
                      <a:pt x="2258291" y="126878"/>
                    </a:lnTo>
                    <a:lnTo>
                      <a:pt x="2241064" y="144105"/>
                    </a:lnTo>
                    <a:lnTo>
                      <a:pt x="2236598" y="148253"/>
                    </a:lnTo>
                    <a:lnTo>
                      <a:pt x="2232769" y="150805"/>
                    </a:lnTo>
                    <a:lnTo>
                      <a:pt x="2230855" y="151443"/>
                    </a:lnTo>
                    <a:lnTo>
                      <a:pt x="2228941" y="152400"/>
                    </a:lnTo>
                    <a:lnTo>
                      <a:pt x="2227346" y="152400"/>
                    </a:lnTo>
                    <a:lnTo>
                      <a:pt x="2225751" y="152400"/>
                    </a:lnTo>
                    <a:lnTo>
                      <a:pt x="2224156" y="152081"/>
                    </a:lnTo>
                    <a:lnTo>
                      <a:pt x="2222880" y="151443"/>
                    </a:lnTo>
                    <a:lnTo>
                      <a:pt x="2220009" y="149848"/>
                    </a:lnTo>
                    <a:lnTo>
                      <a:pt x="2217456" y="147295"/>
                    </a:lnTo>
                    <a:lnTo>
                      <a:pt x="2214904" y="143786"/>
                    </a:lnTo>
                    <a:lnTo>
                      <a:pt x="2212352" y="140277"/>
                    </a:lnTo>
                    <a:lnTo>
                      <a:pt x="2209800" y="135811"/>
                    </a:lnTo>
                    <a:lnTo>
                      <a:pt x="2204058" y="126240"/>
                    </a:lnTo>
                    <a:lnTo>
                      <a:pt x="2201186" y="121455"/>
                    </a:lnTo>
                    <a:lnTo>
                      <a:pt x="2197358" y="116351"/>
                    </a:lnTo>
                    <a:lnTo>
                      <a:pt x="2193530" y="111246"/>
                    </a:lnTo>
                    <a:lnTo>
                      <a:pt x="2189064" y="106461"/>
                    </a:lnTo>
                    <a:lnTo>
                      <a:pt x="2184278" y="101995"/>
                    </a:lnTo>
                    <a:lnTo>
                      <a:pt x="2179493" y="98167"/>
                    </a:lnTo>
                    <a:lnTo>
                      <a:pt x="2174389" y="94657"/>
                    </a:lnTo>
                    <a:lnTo>
                      <a:pt x="2169285" y="91467"/>
                    </a:lnTo>
                    <a:lnTo>
                      <a:pt x="2159714" y="85725"/>
                    </a:lnTo>
                    <a:lnTo>
                      <a:pt x="2155248" y="83173"/>
                    </a:lnTo>
                    <a:lnTo>
                      <a:pt x="2151739" y="80620"/>
                    </a:lnTo>
                    <a:lnTo>
                      <a:pt x="2148229" y="78068"/>
                    </a:lnTo>
                    <a:lnTo>
                      <a:pt x="2145677" y="75516"/>
                    </a:lnTo>
                    <a:lnTo>
                      <a:pt x="2144082" y="72964"/>
                    </a:lnTo>
                    <a:lnTo>
                      <a:pt x="2143763" y="71369"/>
                    </a:lnTo>
                    <a:lnTo>
                      <a:pt x="2143125" y="69774"/>
                    </a:lnTo>
                    <a:lnTo>
                      <a:pt x="2143125" y="68179"/>
                    </a:lnTo>
                    <a:lnTo>
                      <a:pt x="2143763" y="66584"/>
                    </a:lnTo>
                    <a:lnTo>
                      <a:pt x="2144082" y="64669"/>
                    </a:lnTo>
                    <a:lnTo>
                      <a:pt x="2144720" y="63074"/>
                    </a:lnTo>
                    <a:lnTo>
                      <a:pt x="2147591" y="59246"/>
                    </a:lnTo>
                    <a:lnTo>
                      <a:pt x="2151419" y="54780"/>
                    </a:lnTo>
                    <a:lnTo>
                      <a:pt x="2168647" y="37234"/>
                    </a:lnTo>
                    <a:lnTo>
                      <a:pt x="2173751" y="33087"/>
                    </a:lnTo>
                    <a:lnTo>
                      <a:pt x="2178855" y="29258"/>
                    </a:lnTo>
                    <a:lnTo>
                      <a:pt x="2183959" y="26387"/>
                    </a:lnTo>
                    <a:lnTo>
                      <a:pt x="2189702" y="23516"/>
                    </a:lnTo>
                    <a:lnTo>
                      <a:pt x="2195125" y="21602"/>
                    </a:lnTo>
                    <a:lnTo>
                      <a:pt x="2201506" y="20007"/>
                    </a:lnTo>
                    <a:lnTo>
                      <a:pt x="2207248" y="19369"/>
                    </a:lnTo>
                    <a:lnTo>
                      <a:pt x="2213628" y="19050"/>
                    </a:lnTo>
                    <a:close/>
                    <a:moveTo>
                      <a:pt x="1985550" y="0"/>
                    </a:moveTo>
                    <a:lnTo>
                      <a:pt x="1989686" y="0"/>
                    </a:lnTo>
                    <a:lnTo>
                      <a:pt x="1993822" y="0"/>
                    </a:lnTo>
                    <a:lnTo>
                      <a:pt x="1997640" y="634"/>
                    </a:lnTo>
                    <a:lnTo>
                      <a:pt x="2001776" y="1903"/>
                    </a:lnTo>
                    <a:lnTo>
                      <a:pt x="2005594" y="2855"/>
                    </a:lnTo>
                    <a:lnTo>
                      <a:pt x="2009411" y="4759"/>
                    </a:lnTo>
                    <a:lnTo>
                      <a:pt x="2012911" y="6980"/>
                    </a:lnTo>
                    <a:lnTo>
                      <a:pt x="2016411" y="9518"/>
                    </a:lnTo>
                    <a:lnTo>
                      <a:pt x="2019592" y="12374"/>
                    </a:lnTo>
                    <a:lnTo>
                      <a:pt x="2022456" y="15229"/>
                    </a:lnTo>
                    <a:lnTo>
                      <a:pt x="2025001" y="19037"/>
                    </a:lnTo>
                    <a:lnTo>
                      <a:pt x="2026910" y="22210"/>
                    </a:lnTo>
                    <a:lnTo>
                      <a:pt x="2028819" y="26334"/>
                    </a:lnTo>
                    <a:lnTo>
                      <a:pt x="2030091" y="29824"/>
                    </a:lnTo>
                    <a:lnTo>
                      <a:pt x="2031364" y="33949"/>
                    </a:lnTo>
                    <a:lnTo>
                      <a:pt x="2031682" y="37757"/>
                    </a:lnTo>
                    <a:lnTo>
                      <a:pt x="2032000" y="41881"/>
                    </a:lnTo>
                    <a:lnTo>
                      <a:pt x="2031682" y="46006"/>
                    </a:lnTo>
                    <a:lnTo>
                      <a:pt x="2031046" y="49813"/>
                    </a:lnTo>
                    <a:lnTo>
                      <a:pt x="2030091" y="53938"/>
                    </a:lnTo>
                    <a:lnTo>
                      <a:pt x="2028819" y="57745"/>
                    </a:lnTo>
                    <a:lnTo>
                      <a:pt x="2026910" y="61553"/>
                    </a:lnTo>
                    <a:lnTo>
                      <a:pt x="2025001" y="65043"/>
                    </a:lnTo>
                    <a:lnTo>
                      <a:pt x="2022456" y="68533"/>
                    </a:lnTo>
                    <a:lnTo>
                      <a:pt x="2019592" y="71706"/>
                    </a:lnTo>
                    <a:lnTo>
                      <a:pt x="1637177" y="453081"/>
                    </a:lnTo>
                    <a:lnTo>
                      <a:pt x="1633995" y="455937"/>
                    </a:lnTo>
                    <a:lnTo>
                      <a:pt x="1630814" y="458158"/>
                    </a:lnTo>
                    <a:lnTo>
                      <a:pt x="1626996" y="460379"/>
                    </a:lnTo>
                    <a:lnTo>
                      <a:pt x="1623496" y="462283"/>
                    </a:lnTo>
                    <a:lnTo>
                      <a:pt x="1619360" y="463552"/>
                    </a:lnTo>
                    <a:lnTo>
                      <a:pt x="1615224" y="464186"/>
                    </a:lnTo>
                    <a:lnTo>
                      <a:pt x="1611407" y="465138"/>
                    </a:lnTo>
                    <a:lnTo>
                      <a:pt x="1607271" y="465138"/>
                    </a:lnTo>
                    <a:lnTo>
                      <a:pt x="1603135" y="465138"/>
                    </a:lnTo>
                    <a:lnTo>
                      <a:pt x="1599317" y="464186"/>
                    </a:lnTo>
                    <a:lnTo>
                      <a:pt x="1595181" y="463552"/>
                    </a:lnTo>
                    <a:lnTo>
                      <a:pt x="1591681" y="462283"/>
                    </a:lnTo>
                    <a:lnTo>
                      <a:pt x="1587864" y="460379"/>
                    </a:lnTo>
                    <a:lnTo>
                      <a:pt x="1584364" y="458158"/>
                    </a:lnTo>
                    <a:lnTo>
                      <a:pt x="1580864" y="455937"/>
                    </a:lnTo>
                    <a:lnTo>
                      <a:pt x="1577683" y="453081"/>
                    </a:lnTo>
                    <a:lnTo>
                      <a:pt x="1574819" y="449591"/>
                    </a:lnTo>
                    <a:lnTo>
                      <a:pt x="1572274" y="446418"/>
                    </a:lnTo>
                    <a:lnTo>
                      <a:pt x="1570047" y="442928"/>
                    </a:lnTo>
                    <a:lnTo>
                      <a:pt x="1568138" y="439121"/>
                    </a:lnTo>
                    <a:lnTo>
                      <a:pt x="1567184" y="435314"/>
                    </a:lnTo>
                    <a:lnTo>
                      <a:pt x="1565911" y="431189"/>
                    </a:lnTo>
                    <a:lnTo>
                      <a:pt x="1565275" y="427381"/>
                    </a:lnTo>
                    <a:lnTo>
                      <a:pt x="1565275" y="423257"/>
                    </a:lnTo>
                    <a:lnTo>
                      <a:pt x="1565275" y="419132"/>
                    </a:lnTo>
                    <a:lnTo>
                      <a:pt x="1565911" y="415007"/>
                    </a:lnTo>
                    <a:lnTo>
                      <a:pt x="1567184" y="411517"/>
                    </a:lnTo>
                    <a:lnTo>
                      <a:pt x="1568138" y="407393"/>
                    </a:lnTo>
                    <a:lnTo>
                      <a:pt x="1570047" y="403902"/>
                    </a:lnTo>
                    <a:lnTo>
                      <a:pt x="1572274" y="400095"/>
                    </a:lnTo>
                    <a:lnTo>
                      <a:pt x="1574819" y="396922"/>
                    </a:lnTo>
                    <a:lnTo>
                      <a:pt x="1577683" y="393749"/>
                    </a:lnTo>
                    <a:lnTo>
                      <a:pt x="1960098" y="12374"/>
                    </a:lnTo>
                    <a:lnTo>
                      <a:pt x="1962962" y="9518"/>
                    </a:lnTo>
                    <a:lnTo>
                      <a:pt x="1966779" y="6980"/>
                    </a:lnTo>
                    <a:lnTo>
                      <a:pt x="1970279" y="4759"/>
                    </a:lnTo>
                    <a:lnTo>
                      <a:pt x="1974097" y="2855"/>
                    </a:lnTo>
                    <a:lnTo>
                      <a:pt x="1977596" y="1903"/>
                    </a:lnTo>
                    <a:lnTo>
                      <a:pt x="1981732" y="634"/>
                    </a:lnTo>
                    <a:lnTo>
                      <a:pt x="198555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>
                <a:scene3d>
                  <a:camera prst="orthographicFront"/>
                  <a:lightRig rig="threePt" dir="t"/>
                </a:scene3d>
                <a:sp3d contourW="12700">
                  <a:contourClr>
                    <a:srgbClr val="FFFFFF"/>
                  </a:contourClr>
                </a:sp3d>
              </a:bodyPr>
              <a:lstStyle/>
              <a:p>
                <a:pPr algn="ctr">
                  <a:defRPr/>
                </a:pPr>
                <a:endParaRPr lang="zh-CN" altLang="en-US" sz="3600" dirty="0">
                  <a:solidFill>
                    <a:srgbClr val="FFFFFF"/>
                  </a:solidFill>
                  <a:ea typeface="微软雅黑" pitchFamily="34" charset="-122"/>
                </a:endParaRPr>
              </a:p>
            </p:txBody>
          </p:sp>
        </p:grpSp>
        <p:sp>
          <p:nvSpPr>
            <p:cNvPr id="6" name="TextBox 6"/>
            <p:cNvSpPr txBox="1">
              <a:spLocks noChangeArrowheads="1"/>
            </p:cNvSpPr>
            <p:nvPr/>
          </p:nvSpPr>
          <p:spPr bwMode="auto">
            <a:xfrm>
              <a:off x="1520154" y="5062184"/>
              <a:ext cx="3507240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zh-CN" altLang="en-US" sz="3600" dirty="0">
                  <a:latin typeface="Times New Roman" pitchFamily="18" charset="0"/>
                  <a:ea typeface="黑体" pitchFamily="49" charset="-122"/>
                </a:rPr>
                <a:t>科研论文写作</a:t>
              </a:r>
            </a:p>
          </p:txBody>
        </p:sp>
      </p:grpSp>
      <p:sp>
        <p:nvSpPr>
          <p:cNvPr id="25" name="内容占位符 3">
            <a:extLst>
              <a:ext uri="{FF2B5EF4-FFF2-40B4-BE49-F238E27FC236}">
                <a16:creationId xmlns:a16="http://schemas.microsoft.com/office/drawing/2014/main" id="{F83559E6-81B2-4A20-955D-545C7EB2C7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1"/>
            <a:ext cx="8229600" cy="4824536"/>
          </a:xfrm>
        </p:spPr>
        <p:txBody>
          <a:bodyPr/>
          <a:lstStyle/>
          <a:p>
            <a:pPr eaLnBrk="0" hangingPunc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+mn-ea"/>
                <a:ea typeface="+mn-ea"/>
              </a:rPr>
              <a:t>论文结构与逻辑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  <a:p>
            <a:pPr lvl="1" indent="-342900" eaLnBrk="0" hangingPunc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标题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：简洁明了，突出研究内容和创新。</a:t>
            </a:r>
          </a:p>
          <a:p>
            <a:pPr lvl="1" indent="-342900" eaLnBrk="0" hangingPunc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摘要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：简要概括研究背景、方法、结果和结论。</a:t>
            </a:r>
          </a:p>
          <a:p>
            <a:pPr lvl="1" indent="-342900" eaLnBrk="0" hangingPunc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引言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：介绍研究背景，阐述问题和研究动机。</a:t>
            </a:r>
          </a:p>
          <a:p>
            <a:pPr lvl="1" indent="-342900" eaLnBrk="0" hangingPunc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相关工作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：对比前人工作，分析已有研究的优缺点。</a:t>
            </a:r>
          </a:p>
          <a:p>
            <a:pPr lvl="1" indent="-342900" eaLnBrk="0" hangingPunc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方法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：详细描述研究方法，包括实验设计、模型、算法等。</a:t>
            </a:r>
          </a:p>
          <a:p>
            <a:pPr lvl="1" indent="-342900" eaLnBrk="0" hangingPunc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实验与结果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：呈现实验过程和结果，进行分析和讨论。</a:t>
            </a:r>
          </a:p>
          <a:p>
            <a:pPr lvl="1" indent="-342900" eaLnBrk="0" hangingPunc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结论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：总结研究的主要发现，提出未来的研究方向。</a:t>
            </a:r>
          </a:p>
          <a:p>
            <a:pPr lvl="1" indent="-342900" eaLnBrk="0" hangingPunc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参考文献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：列出文中引用的所有文献。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9814446"/>
      </p:ext>
    </p:extLst>
  </p:cSld>
  <p:clrMapOvr>
    <a:masterClrMapping/>
  </p:clrMapOvr>
  <p:transition spd="slow" advClick="0">
    <p:pull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107"/>
          <p:cNvGrpSpPr/>
          <p:nvPr/>
        </p:nvGrpSpPr>
        <p:grpSpPr>
          <a:xfrm>
            <a:off x="543012" y="93590"/>
            <a:ext cx="4087592" cy="684275"/>
            <a:chOff x="939802" y="5062184"/>
            <a:chExt cx="4087592" cy="684275"/>
          </a:xfrm>
        </p:grpSpPr>
        <p:grpSp>
          <p:nvGrpSpPr>
            <p:cNvPr id="5" name="组合 33"/>
            <p:cNvGrpSpPr/>
            <p:nvPr/>
          </p:nvGrpSpPr>
          <p:grpSpPr>
            <a:xfrm>
              <a:off x="939802" y="5098728"/>
              <a:ext cx="813499" cy="647731"/>
              <a:chOff x="6068613" y="2138334"/>
              <a:chExt cx="412166" cy="348468"/>
            </a:xfrm>
          </p:grpSpPr>
          <p:sp>
            <p:nvSpPr>
              <p:cNvPr id="7" name="Freeform 5"/>
              <p:cNvSpPr>
                <a:spLocks/>
              </p:cNvSpPr>
              <p:nvPr/>
            </p:nvSpPr>
            <p:spPr bwMode="auto">
              <a:xfrm>
                <a:off x="6068613" y="2138334"/>
                <a:ext cx="412166" cy="34846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69F1E"/>
              </a:solidFill>
              <a:ln w="9525" cap="flat">
                <a:noFill/>
                <a:prstDash val="solid"/>
                <a:miter lim="800000"/>
                <a:headEnd/>
                <a:tailEnd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600" dirty="0">
                  <a:ea typeface="微软雅黑" pitchFamily="34" charset="-122"/>
                </a:endParaRPr>
              </a:p>
            </p:txBody>
          </p:sp>
          <p:sp>
            <p:nvSpPr>
              <p:cNvPr id="8" name="KSO_Shape"/>
              <p:cNvSpPr>
                <a:spLocks/>
              </p:cNvSpPr>
              <p:nvPr/>
            </p:nvSpPr>
            <p:spPr bwMode="auto">
              <a:xfrm>
                <a:off x="6173883" y="2206208"/>
                <a:ext cx="232088" cy="197274"/>
              </a:xfrm>
              <a:custGeom>
                <a:avLst/>
                <a:gdLst>
                  <a:gd name="T0" fmla="*/ 1221908 w 2276475"/>
                  <a:gd name="T1" fmla="*/ 1328927 h 1936751"/>
                  <a:gd name="T2" fmla="*/ 1196654 w 2276475"/>
                  <a:gd name="T3" fmla="*/ 1388292 h 1936751"/>
                  <a:gd name="T4" fmla="*/ 691864 w 2276475"/>
                  <a:gd name="T5" fmla="*/ 1376845 h 1936751"/>
                  <a:gd name="T6" fmla="*/ 695585 w 2276475"/>
                  <a:gd name="T7" fmla="*/ 1314285 h 1936751"/>
                  <a:gd name="T8" fmla="*/ 1104489 w 2276475"/>
                  <a:gd name="T9" fmla="*/ 1115137 h 1936751"/>
                  <a:gd name="T10" fmla="*/ 1117497 w 2276475"/>
                  <a:gd name="T11" fmla="*/ 1168850 h 1936751"/>
                  <a:gd name="T12" fmla="*/ 811396 w 2276475"/>
                  <a:gd name="T13" fmla="*/ 1188695 h 1936751"/>
                  <a:gd name="T14" fmla="*/ 783254 w 2276475"/>
                  <a:gd name="T15" fmla="*/ 1141068 h 1936751"/>
                  <a:gd name="T16" fmla="*/ 309026 w 2276475"/>
                  <a:gd name="T17" fmla="*/ 898551 h 1936751"/>
                  <a:gd name="T18" fmla="*/ 798665 w 2276475"/>
                  <a:gd name="T19" fmla="*/ 935449 h 1936751"/>
                  <a:gd name="T20" fmla="*/ 759855 w 2276475"/>
                  <a:gd name="T21" fmla="*/ 989335 h 1936751"/>
                  <a:gd name="T22" fmla="*/ 259317 w 2276475"/>
                  <a:gd name="T23" fmla="*/ 967303 h 1936751"/>
                  <a:gd name="T24" fmla="*/ 277393 w 2276475"/>
                  <a:gd name="T25" fmla="*/ 906514 h 1936751"/>
                  <a:gd name="T26" fmla="*/ 1086287 w 2276475"/>
                  <a:gd name="T27" fmla="*/ 817903 h 1936751"/>
                  <a:gd name="T28" fmla="*/ 1028372 w 2276475"/>
                  <a:gd name="T29" fmla="*/ 919230 h 1936751"/>
                  <a:gd name="T30" fmla="*/ 999280 w 2276475"/>
                  <a:gd name="T31" fmla="*/ 917630 h 1936751"/>
                  <a:gd name="T32" fmla="*/ 289574 w 2276475"/>
                  <a:gd name="T33" fmla="*/ 706099 h 1936751"/>
                  <a:gd name="T34" fmla="*/ 590631 w 2276475"/>
                  <a:gd name="T35" fmla="*/ 735033 h 1936751"/>
                  <a:gd name="T36" fmla="*/ 567535 w 2276475"/>
                  <a:gd name="T37" fmla="*/ 784938 h 1936751"/>
                  <a:gd name="T38" fmla="*/ 259309 w 2276475"/>
                  <a:gd name="T39" fmla="*/ 770073 h 1936751"/>
                  <a:gd name="T40" fmla="*/ 267273 w 2276475"/>
                  <a:gd name="T41" fmla="*/ 715124 h 1936751"/>
                  <a:gd name="T42" fmla="*/ 836933 w 2276475"/>
                  <a:gd name="T43" fmla="*/ 505684 h 1936751"/>
                  <a:gd name="T44" fmla="*/ 846494 w 2276475"/>
                  <a:gd name="T45" fmla="*/ 574170 h 1936751"/>
                  <a:gd name="T46" fmla="*/ 268069 w 2276475"/>
                  <a:gd name="T47" fmla="*/ 592752 h 1936751"/>
                  <a:gd name="T48" fmla="*/ 238855 w 2276475"/>
                  <a:gd name="T49" fmla="*/ 530105 h 1936751"/>
                  <a:gd name="T50" fmla="*/ 1467818 w 2276475"/>
                  <a:gd name="T51" fmla="*/ 344025 h 1936751"/>
                  <a:gd name="T52" fmla="*/ 1566759 w 2276475"/>
                  <a:gd name="T53" fmla="*/ 428438 h 1936751"/>
                  <a:gd name="T54" fmla="*/ 1578461 w 2276475"/>
                  <a:gd name="T55" fmla="*/ 479936 h 1936751"/>
                  <a:gd name="T56" fmla="*/ 1197862 w 2276475"/>
                  <a:gd name="T57" fmla="*/ 846789 h 1936751"/>
                  <a:gd name="T58" fmla="*/ 1138817 w 2276475"/>
                  <a:gd name="T59" fmla="*/ 842806 h 1936751"/>
                  <a:gd name="T60" fmla="*/ 1093869 w 2276475"/>
                  <a:gd name="T61" fmla="*/ 799538 h 1936751"/>
                  <a:gd name="T62" fmla="*/ 1075782 w 2276475"/>
                  <a:gd name="T63" fmla="*/ 737423 h 1936751"/>
                  <a:gd name="T64" fmla="*/ 1456382 w 2276475"/>
                  <a:gd name="T65" fmla="*/ 344821 h 1936751"/>
                  <a:gd name="T66" fmla="*/ 199469 w 2276475"/>
                  <a:gd name="T67" fmla="*/ 367345 h 1936751"/>
                  <a:gd name="T68" fmla="*/ 114475 w 2276475"/>
                  <a:gd name="T69" fmla="*/ 448541 h 1936751"/>
                  <a:gd name="T70" fmla="*/ 103321 w 2276475"/>
                  <a:gd name="T71" fmla="*/ 1407238 h 1936751"/>
                  <a:gd name="T72" fmla="*/ 171315 w 2276475"/>
                  <a:gd name="T73" fmla="*/ 1503559 h 1936751"/>
                  <a:gd name="T74" fmla="*/ 1382734 w 2276475"/>
                  <a:gd name="T75" fmla="*/ 1530890 h 1936751"/>
                  <a:gd name="T76" fmla="*/ 1488975 w 2276475"/>
                  <a:gd name="T77" fmla="*/ 1477289 h 1936751"/>
                  <a:gd name="T78" fmla="*/ 1531737 w 2276475"/>
                  <a:gd name="T79" fmla="*/ 1365845 h 1936751"/>
                  <a:gd name="T80" fmla="*/ 1605841 w 2276475"/>
                  <a:gd name="T81" fmla="*/ 1539381 h 1936751"/>
                  <a:gd name="T82" fmla="*/ 1513146 w 2276475"/>
                  <a:gd name="T83" fmla="*/ 1611821 h 1936751"/>
                  <a:gd name="T84" fmla="*/ 101461 w 2276475"/>
                  <a:gd name="T85" fmla="*/ 1605982 h 1936751"/>
                  <a:gd name="T86" fmla="*/ 16468 w 2276475"/>
                  <a:gd name="T87" fmla="*/ 1525317 h 1936751"/>
                  <a:gd name="T88" fmla="*/ 5312 w 2276475"/>
                  <a:gd name="T89" fmla="*/ 391226 h 1936751"/>
                  <a:gd name="T90" fmla="*/ 73307 w 2276475"/>
                  <a:gd name="T91" fmla="*/ 295170 h 1936751"/>
                  <a:gd name="T92" fmla="*/ 1746529 w 2276475"/>
                  <a:gd name="T93" fmla="*/ 88926 h 1936751"/>
                  <a:gd name="T94" fmla="*/ 1805153 w 2276475"/>
                  <a:gd name="T95" fmla="*/ 114614 h 1936751"/>
                  <a:gd name="T96" fmla="*/ 1838312 w 2276475"/>
                  <a:gd name="T97" fmla="*/ 176846 h 1936751"/>
                  <a:gd name="T98" fmla="*/ 1821600 w 2276475"/>
                  <a:gd name="T99" fmla="*/ 237490 h 1936751"/>
                  <a:gd name="T100" fmla="*/ 1620792 w 2276475"/>
                  <a:gd name="T101" fmla="*/ 421806 h 1936751"/>
                  <a:gd name="T102" fmla="*/ 1543068 w 2276475"/>
                  <a:gd name="T103" fmla="*/ 339447 h 1936751"/>
                  <a:gd name="T104" fmla="*/ 1506460 w 2276475"/>
                  <a:gd name="T105" fmla="*/ 289925 h 1936751"/>
                  <a:gd name="T106" fmla="*/ 1716818 w 2276475"/>
                  <a:gd name="T107" fmla="*/ 92634 h 1936751"/>
                  <a:gd name="T108" fmla="*/ 1893521 w 2276475"/>
                  <a:gd name="T109" fmla="*/ 35131 h 1936751"/>
                  <a:gd name="T110" fmla="*/ 1889783 w 2276475"/>
                  <a:gd name="T111" fmla="*/ 106078 h 1936751"/>
                  <a:gd name="T112" fmla="*/ 1844400 w 2276475"/>
                  <a:gd name="T113" fmla="*/ 105545 h 1936751"/>
                  <a:gd name="T114" fmla="*/ 1793944 w 2276475"/>
                  <a:gd name="T115" fmla="*/ 59669 h 1936751"/>
                  <a:gd name="T116" fmla="*/ 1847069 w 2276475"/>
                  <a:gd name="T117" fmla="*/ 16194 h 1936751"/>
                  <a:gd name="T118" fmla="*/ 1697756 w 2276475"/>
                  <a:gd name="T119" fmla="*/ 22017 h 1936751"/>
                  <a:gd name="T120" fmla="*/ 1364698 w 2276475"/>
                  <a:gd name="T121" fmla="*/ 383050 h 1936751"/>
                  <a:gd name="T122" fmla="*/ 1317840 w 2276475"/>
                  <a:gd name="T123" fmla="*/ 375887 h 1936751"/>
                  <a:gd name="T124" fmla="*/ 1320237 w 2276475"/>
                  <a:gd name="T125" fmla="*/ 329200 h 1936751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2276475" h="1936751">
                    <a:moveTo>
                      <a:pt x="872202" y="1555750"/>
                    </a:moveTo>
                    <a:lnTo>
                      <a:pt x="879190" y="1555750"/>
                    </a:lnTo>
                    <a:lnTo>
                      <a:pt x="1397284" y="1555750"/>
                    </a:lnTo>
                    <a:lnTo>
                      <a:pt x="1404272" y="1555750"/>
                    </a:lnTo>
                    <a:lnTo>
                      <a:pt x="1410943" y="1557024"/>
                    </a:lnTo>
                    <a:lnTo>
                      <a:pt x="1417614" y="1557979"/>
                    </a:lnTo>
                    <a:lnTo>
                      <a:pt x="1423649" y="1560208"/>
                    </a:lnTo>
                    <a:lnTo>
                      <a:pt x="1430002" y="1562437"/>
                    </a:lnTo>
                    <a:lnTo>
                      <a:pt x="1435403" y="1565303"/>
                    </a:lnTo>
                    <a:lnTo>
                      <a:pt x="1440485" y="1568168"/>
                    </a:lnTo>
                    <a:lnTo>
                      <a:pt x="1445567" y="1571989"/>
                    </a:lnTo>
                    <a:lnTo>
                      <a:pt x="1450015" y="1576128"/>
                    </a:lnTo>
                    <a:lnTo>
                      <a:pt x="1453509" y="1580268"/>
                    </a:lnTo>
                    <a:lnTo>
                      <a:pt x="1457321" y="1584726"/>
                    </a:lnTo>
                    <a:lnTo>
                      <a:pt x="1460180" y="1589502"/>
                    </a:lnTo>
                    <a:lnTo>
                      <a:pt x="1462403" y="1594915"/>
                    </a:lnTo>
                    <a:lnTo>
                      <a:pt x="1463674" y="1600009"/>
                    </a:lnTo>
                    <a:lnTo>
                      <a:pt x="1464944" y="1605741"/>
                    </a:lnTo>
                    <a:lnTo>
                      <a:pt x="1465262" y="1611472"/>
                    </a:lnTo>
                    <a:lnTo>
                      <a:pt x="1464944" y="1617203"/>
                    </a:lnTo>
                    <a:lnTo>
                      <a:pt x="1463674" y="1622935"/>
                    </a:lnTo>
                    <a:lnTo>
                      <a:pt x="1462403" y="1628029"/>
                    </a:lnTo>
                    <a:lnTo>
                      <a:pt x="1460180" y="1633124"/>
                    </a:lnTo>
                    <a:lnTo>
                      <a:pt x="1457321" y="1638218"/>
                    </a:lnTo>
                    <a:lnTo>
                      <a:pt x="1453509" y="1642358"/>
                    </a:lnTo>
                    <a:lnTo>
                      <a:pt x="1450015" y="1646815"/>
                    </a:lnTo>
                    <a:lnTo>
                      <a:pt x="1445567" y="1650955"/>
                    </a:lnTo>
                    <a:lnTo>
                      <a:pt x="1440485" y="1654457"/>
                    </a:lnTo>
                    <a:lnTo>
                      <a:pt x="1435403" y="1657641"/>
                    </a:lnTo>
                    <a:lnTo>
                      <a:pt x="1430002" y="1660507"/>
                    </a:lnTo>
                    <a:lnTo>
                      <a:pt x="1423649" y="1662736"/>
                    </a:lnTo>
                    <a:lnTo>
                      <a:pt x="1417614" y="1664328"/>
                    </a:lnTo>
                    <a:lnTo>
                      <a:pt x="1410943" y="1665920"/>
                    </a:lnTo>
                    <a:lnTo>
                      <a:pt x="1404272" y="1666875"/>
                    </a:lnTo>
                    <a:lnTo>
                      <a:pt x="1397284" y="1666875"/>
                    </a:lnTo>
                    <a:lnTo>
                      <a:pt x="879190" y="1666875"/>
                    </a:lnTo>
                    <a:lnTo>
                      <a:pt x="872202" y="1666875"/>
                    </a:lnTo>
                    <a:lnTo>
                      <a:pt x="865531" y="1665920"/>
                    </a:lnTo>
                    <a:lnTo>
                      <a:pt x="858860" y="1664328"/>
                    </a:lnTo>
                    <a:lnTo>
                      <a:pt x="852507" y="1662736"/>
                    </a:lnTo>
                    <a:lnTo>
                      <a:pt x="846790" y="1660507"/>
                    </a:lnTo>
                    <a:lnTo>
                      <a:pt x="841389" y="1657641"/>
                    </a:lnTo>
                    <a:lnTo>
                      <a:pt x="835989" y="1654139"/>
                    </a:lnTo>
                    <a:lnTo>
                      <a:pt x="831224" y="1650955"/>
                    </a:lnTo>
                    <a:lnTo>
                      <a:pt x="826777" y="1646815"/>
                    </a:lnTo>
                    <a:lnTo>
                      <a:pt x="822648" y="1642358"/>
                    </a:lnTo>
                    <a:lnTo>
                      <a:pt x="819471" y="1637900"/>
                    </a:lnTo>
                    <a:lnTo>
                      <a:pt x="816612" y="1633124"/>
                    </a:lnTo>
                    <a:lnTo>
                      <a:pt x="814389" y="1628029"/>
                    </a:lnTo>
                    <a:lnTo>
                      <a:pt x="812483" y="1622935"/>
                    </a:lnTo>
                    <a:lnTo>
                      <a:pt x="811530" y="1617203"/>
                    </a:lnTo>
                    <a:lnTo>
                      <a:pt x="811212" y="1611472"/>
                    </a:lnTo>
                    <a:lnTo>
                      <a:pt x="811530" y="1605741"/>
                    </a:lnTo>
                    <a:lnTo>
                      <a:pt x="812483" y="1600009"/>
                    </a:lnTo>
                    <a:lnTo>
                      <a:pt x="814389" y="1594915"/>
                    </a:lnTo>
                    <a:lnTo>
                      <a:pt x="816612" y="1589820"/>
                    </a:lnTo>
                    <a:lnTo>
                      <a:pt x="819471" y="1584726"/>
                    </a:lnTo>
                    <a:lnTo>
                      <a:pt x="822648" y="1580268"/>
                    </a:lnTo>
                    <a:lnTo>
                      <a:pt x="826777" y="1576128"/>
                    </a:lnTo>
                    <a:lnTo>
                      <a:pt x="831224" y="1571989"/>
                    </a:lnTo>
                    <a:lnTo>
                      <a:pt x="835989" y="1568168"/>
                    </a:lnTo>
                    <a:lnTo>
                      <a:pt x="841389" y="1565303"/>
                    </a:lnTo>
                    <a:lnTo>
                      <a:pt x="846790" y="1562437"/>
                    </a:lnTo>
                    <a:lnTo>
                      <a:pt x="852507" y="1560208"/>
                    </a:lnTo>
                    <a:lnTo>
                      <a:pt x="858860" y="1558298"/>
                    </a:lnTo>
                    <a:lnTo>
                      <a:pt x="865531" y="1557024"/>
                    </a:lnTo>
                    <a:lnTo>
                      <a:pt x="872202" y="1555750"/>
                    </a:lnTo>
                    <a:close/>
                    <a:moveTo>
                      <a:pt x="984211" y="1325563"/>
                    </a:moveTo>
                    <a:lnTo>
                      <a:pt x="1292263" y="1325563"/>
                    </a:lnTo>
                    <a:lnTo>
                      <a:pt x="1297339" y="1325880"/>
                    </a:lnTo>
                    <a:lnTo>
                      <a:pt x="1302415" y="1326513"/>
                    </a:lnTo>
                    <a:lnTo>
                      <a:pt x="1307174" y="1327779"/>
                    </a:lnTo>
                    <a:lnTo>
                      <a:pt x="1311615" y="1329361"/>
                    </a:lnTo>
                    <a:lnTo>
                      <a:pt x="1315740" y="1331260"/>
                    </a:lnTo>
                    <a:lnTo>
                      <a:pt x="1319864" y="1333792"/>
                    </a:lnTo>
                    <a:lnTo>
                      <a:pt x="1323671" y="1336640"/>
                    </a:lnTo>
                    <a:lnTo>
                      <a:pt x="1327161" y="1340121"/>
                    </a:lnTo>
                    <a:lnTo>
                      <a:pt x="1330333" y="1343286"/>
                    </a:lnTo>
                    <a:lnTo>
                      <a:pt x="1332871" y="1347400"/>
                    </a:lnTo>
                    <a:lnTo>
                      <a:pt x="1335409" y="1351198"/>
                    </a:lnTo>
                    <a:lnTo>
                      <a:pt x="1337630" y="1355629"/>
                    </a:lnTo>
                    <a:lnTo>
                      <a:pt x="1339216" y="1360059"/>
                    </a:lnTo>
                    <a:lnTo>
                      <a:pt x="1340485" y="1364807"/>
                    </a:lnTo>
                    <a:lnTo>
                      <a:pt x="1341437" y="1369870"/>
                    </a:lnTo>
                    <a:lnTo>
                      <a:pt x="1341437" y="1374934"/>
                    </a:lnTo>
                    <a:lnTo>
                      <a:pt x="1341437" y="1379681"/>
                    </a:lnTo>
                    <a:lnTo>
                      <a:pt x="1340485" y="1384745"/>
                    </a:lnTo>
                    <a:lnTo>
                      <a:pt x="1339216" y="1389492"/>
                    </a:lnTo>
                    <a:lnTo>
                      <a:pt x="1337630" y="1393923"/>
                    </a:lnTo>
                    <a:lnTo>
                      <a:pt x="1335409" y="1398037"/>
                    </a:lnTo>
                    <a:lnTo>
                      <a:pt x="1332871" y="1402151"/>
                    </a:lnTo>
                    <a:lnTo>
                      <a:pt x="1330016" y="1405632"/>
                    </a:lnTo>
                    <a:lnTo>
                      <a:pt x="1327161" y="1409430"/>
                    </a:lnTo>
                    <a:lnTo>
                      <a:pt x="1323671" y="1412595"/>
                    </a:lnTo>
                    <a:lnTo>
                      <a:pt x="1319864" y="1415443"/>
                    </a:lnTo>
                    <a:lnTo>
                      <a:pt x="1315740" y="1417659"/>
                    </a:lnTo>
                    <a:lnTo>
                      <a:pt x="1311615" y="1419874"/>
                    </a:lnTo>
                    <a:lnTo>
                      <a:pt x="1306857" y="1421773"/>
                    </a:lnTo>
                    <a:lnTo>
                      <a:pt x="1302415" y="1422722"/>
                    </a:lnTo>
                    <a:lnTo>
                      <a:pt x="1297339" y="1423672"/>
                    </a:lnTo>
                    <a:lnTo>
                      <a:pt x="1292263" y="1423988"/>
                    </a:lnTo>
                    <a:lnTo>
                      <a:pt x="984211" y="1423988"/>
                    </a:lnTo>
                    <a:lnTo>
                      <a:pt x="979453" y="1423672"/>
                    </a:lnTo>
                    <a:lnTo>
                      <a:pt x="974377" y="1422722"/>
                    </a:lnTo>
                    <a:lnTo>
                      <a:pt x="969618" y="1421773"/>
                    </a:lnTo>
                    <a:lnTo>
                      <a:pt x="965176" y="1419874"/>
                    </a:lnTo>
                    <a:lnTo>
                      <a:pt x="960735" y="1417659"/>
                    </a:lnTo>
                    <a:lnTo>
                      <a:pt x="956928" y="1415443"/>
                    </a:lnTo>
                    <a:lnTo>
                      <a:pt x="952803" y="1412595"/>
                    </a:lnTo>
                    <a:lnTo>
                      <a:pt x="949631" y="1409430"/>
                    </a:lnTo>
                    <a:lnTo>
                      <a:pt x="946141" y="1405632"/>
                    </a:lnTo>
                    <a:lnTo>
                      <a:pt x="943286" y="1402151"/>
                    </a:lnTo>
                    <a:lnTo>
                      <a:pt x="941065" y="1398037"/>
                    </a:lnTo>
                    <a:lnTo>
                      <a:pt x="938844" y="1393923"/>
                    </a:lnTo>
                    <a:lnTo>
                      <a:pt x="937258" y="1389492"/>
                    </a:lnTo>
                    <a:lnTo>
                      <a:pt x="935989" y="1384745"/>
                    </a:lnTo>
                    <a:lnTo>
                      <a:pt x="935355" y="1379681"/>
                    </a:lnTo>
                    <a:lnTo>
                      <a:pt x="935037" y="1374934"/>
                    </a:lnTo>
                    <a:lnTo>
                      <a:pt x="935355" y="1369870"/>
                    </a:lnTo>
                    <a:lnTo>
                      <a:pt x="935989" y="1364807"/>
                    </a:lnTo>
                    <a:lnTo>
                      <a:pt x="937258" y="1360059"/>
                    </a:lnTo>
                    <a:lnTo>
                      <a:pt x="938844" y="1355629"/>
                    </a:lnTo>
                    <a:lnTo>
                      <a:pt x="940748" y="1351198"/>
                    </a:lnTo>
                    <a:lnTo>
                      <a:pt x="943286" y="1347400"/>
                    </a:lnTo>
                    <a:lnTo>
                      <a:pt x="946141" y="1343286"/>
                    </a:lnTo>
                    <a:lnTo>
                      <a:pt x="949631" y="1340121"/>
                    </a:lnTo>
                    <a:lnTo>
                      <a:pt x="952803" y="1336640"/>
                    </a:lnTo>
                    <a:lnTo>
                      <a:pt x="956928" y="1333792"/>
                    </a:lnTo>
                    <a:lnTo>
                      <a:pt x="960735" y="1331260"/>
                    </a:lnTo>
                    <a:lnTo>
                      <a:pt x="965176" y="1329361"/>
                    </a:lnTo>
                    <a:lnTo>
                      <a:pt x="969618" y="1327779"/>
                    </a:lnTo>
                    <a:lnTo>
                      <a:pt x="974377" y="1326513"/>
                    </a:lnTo>
                    <a:lnTo>
                      <a:pt x="979453" y="1325880"/>
                    </a:lnTo>
                    <a:lnTo>
                      <a:pt x="984211" y="1325563"/>
                    </a:lnTo>
                    <a:close/>
                    <a:moveTo>
                      <a:pt x="369286" y="1074738"/>
                    </a:moveTo>
                    <a:lnTo>
                      <a:pt x="887697" y="1074738"/>
                    </a:lnTo>
                    <a:lnTo>
                      <a:pt x="894368" y="1075056"/>
                    </a:lnTo>
                    <a:lnTo>
                      <a:pt x="901356" y="1076008"/>
                    </a:lnTo>
                    <a:lnTo>
                      <a:pt x="908027" y="1077278"/>
                    </a:lnTo>
                    <a:lnTo>
                      <a:pt x="914063" y="1079183"/>
                    </a:lnTo>
                    <a:lnTo>
                      <a:pt x="920098" y="1081406"/>
                    </a:lnTo>
                    <a:lnTo>
                      <a:pt x="925816" y="1084263"/>
                    </a:lnTo>
                    <a:lnTo>
                      <a:pt x="930898" y="1087438"/>
                    </a:lnTo>
                    <a:lnTo>
                      <a:pt x="935663" y="1090931"/>
                    </a:lnTo>
                    <a:lnTo>
                      <a:pt x="940110" y="1094741"/>
                    </a:lnTo>
                    <a:lnTo>
                      <a:pt x="944240" y="1099186"/>
                    </a:lnTo>
                    <a:lnTo>
                      <a:pt x="947416" y="1103948"/>
                    </a:lnTo>
                    <a:lnTo>
                      <a:pt x="950275" y="1108711"/>
                    </a:lnTo>
                    <a:lnTo>
                      <a:pt x="952499" y="1113791"/>
                    </a:lnTo>
                    <a:lnTo>
                      <a:pt x="954405" y="1118871"/>
                    </a:lnTo>
                    <a:lnTo>
                      <a:pt x="955358" y="1124903"/>
                    </a:lnTo>
                    <a:lnTo>
                      <a:pt x="955675" y="1130301"/>
                    </a:lnTo>
                    <a:lnTo>
                      <a:pt x="955358" y="1136016"/>
                    </a:lnTo>
                    <a:lnTo>
                      <a:pt x="954405" y="1141413"/>
                    </a:lnTo>
                    <a:lnTo>
                      <a:pt x="952499" y="1147128"/>
                    </a:lnTo>
                    <a:lnTo>
                      <a:pt x="950275" y="1152208"/>
                    </a:lnTo>
                    <a:lnTo>
                      <a:pt x="947416" y="1156971"/>
                    </a:lnTo>
                    <a:lnTo>
                      <a:pt x="944240" y="1161098"/>
                    </a:lnTo>
                    <a:lnTo>
                      <a:pt x="940110" y="1165543"/>
                    </a:lnTo>
                    <a:lnTo>
                      <a:pt x="935663" y="1169671"/>
                    </a:lnTo>
                    <a:lnTo>
                      <a:pt x="930898" y="1173163"/>
                    </a:lnTo>
                    <a:lnTo>
                      <a:pt x="925816" y="1176656"/>
                    </a:lnTo>
                    <a:lnTo>
                      <a:pt x="920098" y="1179196"/>
                    </a:lnTo>
                    <a:lnTo>
                      <a:pt x="914063" y="1181736"/>
                    </a:lnTo>
                    <a:lnTo>
                      <a:pt x="908027" y="1183323"/>
                    </a:lnTo>
                    <a:lnTo>
                      <a:pt x="901356" y="1184593"/>
                    </a:lnTo>
                    <a:lnTo>
                      <a:pt x="894368" y="1185546"/>
                    </a:lnTo>
                    <a:lnTo>
                      <a:pt x="887697" y="1185863"/>
                    </a:lnTo>
                    <a:lnTo>
                      <a:pt x="369286" y="1185863"/>
                    </a:lnTo>
                    <a:lnTo>
                      <a:pt x="362615" y="1185546"/>
                    </a:lnTo>
                    <a:lnTo>
                      <a:pt x="355944" y="1184593"/>
                    </a:lnTo>
                    <a:lnTo>
                      <a:pt x="349273" y="1183323"/>
                    </a:lnTo>
                    <a:lnTo>
                      <a:pt x="343238" y="1181736"/>
                    </a:lnTo>
                    <a:lnTo>
                      <a:pt x="337203" y="1179196"/>
                    </a:lnTo>
                    <a:lnTo>
                      <a:pt x="331485" y="1176656"/>
                    </a:lnTo>
                    <a:lnTo>
                      <a:pt x="326402" y="1173163"/>
                    </a:lnTo>
                    <a:lnTo>
                      <a:pt x="321637" y="1169671"/>
                    </a:lnTo>
                    <a:lnTo>
                      <a:pt x="317190" y="1165543"/>
                    </a:lnTo>
                    <a:lnTo>
                      <a:pt x="313378" y="1161098"/>
                    </a:lnTo>
                    <a:lnTo>
                      <a:pt x="309884" y="1156971"/>
                    </a:lnTo>
                    <a:lnTo>
                      <a:pt x="307025" y="1152208"/>
                    </a:lnTo>
                    <a:lnTo>
                      <a:pt x="304802" y="1147128"/>
                    </a:lnTo>
                    <a:lnTo>
                      <a:pt x="302896" y="1141413"/>
                    </a:lnTo>
                    <a:lnTo>
                      <a:pt x="301943" y="1136016"/>
                    </a:lnTo>
                    <a:lnTo>
                      <a:pt x="301625" y="1130301"/>
                    </a:lnTo>
                    <a:lnTo>
                      <a:pt x="301943" y="1124903"/>
                    </a:lnTo>
                    <a:lnTo>
                      <a:pt x="302896" y="1119188"/>
                    </a:lnTo>
                    <a:lnTo>
                      <a:pt x="304802" y="1113791"/>
                    </a:lnTo>
                    <a:lnTo>
                      <a:pt x="307025" y="1108711"/>
                    </a:lnTo>
                    <a:lnTo>
                      <a:pt x="309884" y="1103948"/>
                    </a:lnTo>
                    <a:lnTo>
                      <a:pt x="313378" y="1099186"/>
                    </a:lnTo>
                    <a:lnTo>
                      <a:pt x="317190" y="1094741"/>
                    </a:lnTo>
                    <a:lnTo>
                      <a:pt x="321637" y="1091248"/>
                    </a:lnTo>
                    <a:lnTo>
                      <a:pt x="326402" y="1087438"/>
                    </a:lnTo>
                    <a:lnTo>
                      <a:pt x="331485" y="1084263"/>
                    </a:lnTo>
                    <a:lnTo>
                      <a:pt x="337203" y="1081406"/>
                    </a:lnTo>
                    <a:lnTo>
                      <a:pt x="343238" y="1079183"/>
                    </a:lnTo>
                    <a:lnTo>
                      <a:pt x="349273" y="1077278"/>
                    </a:lnTo>
                    <a:lnTo>
                      <a:pt x="355944" y="1076008"/>
                    </a:lnTo>
                    <a:lnTo>
                      <a:pt x="362615" y="1075056"/>
                    </a:lnTo>
                    <a:lnTo>
                      <a:pt x="369286" y="1074738"/>
                    </a:lnTo>
                    <a:close/>
                    <a:moveTo>
                      <a:pt x="1261435" y="965200"/>
                    </a:moveTo>
                    <a:lnTo>
                      <a:pt x="1264624" y="965200"/>
                    </a:lnTo>
                    <a:lnTo>
                      <a:pt x="1267814" y="965200"/>
                    </a:lnTo>
                    <a:lnTo>
                      <a:pt x="1271322" y="965838"/>
                    </a:lnTo>
                    <a:lnTo>
                      <a:pt x="1275149" y="967114"/>
                    </a:lnTo>
                    <a:lnTo>
                      <a:pt x="1278977" y="968390"/>
                    </a:lnTo>
                    <a:lnTo>
                      <a:pt x="1282804" y="969984"/>
                    </a:lnTo>
                    <a:lnTo>
                      <a:pt x="1290777" y="973811"/>
                    </a:lnTo>
                    <a:lnTo>
                      <a:pt x="1298113" y="978277"/>
                    </a:lnTo>
                    <a:lnTo>
                      <a:pt x="1304491" y="982742"/>
                    </a:lnTo>
                    <a:lnTo>
                      <a:pt x="1308637" y="986250"/>
                    </a:lnTo>
                    <a:lnTo>
                      <a:pt x="1312784" y="990715"/>
                    </a:lnTo>
                    <a:lnTo>
                      <a:pt x="1317249" y="997094"/>
                    </a:lnTo>
                    <a:lnTo>
                      <a:pt x="1321395" y="1004429"/>
                    </a:lnTo>
                    <a:lnTo>
                      <a:pt x="1325222" y="1012403"/>
                    </a:lnTo>
                    <a:lnTo>
                      <a:pt x="1326817" y="1016549"/>
                    </a:lnTo>
                    <a:lnTo>
                      <a:pt x="1328092" y="1020057"/>
                    </a:lnTo>
                    <a:lnTo>
                      <a:pt x="1329368" y="1024203"/>
                    </a:lnTo>
                    <a:lnTo>
                      <a:pt x="1330006" y="1027711"/>
                    </a:lnTo>
                    <a:lnTo>
                      <a:pt x="1330325" y="1030901"/>
                    </a:lnTo>
                    <a:lnTo>
                      <a:pt x="1330006" y="1034090"/>
                    </a:lnTo>
                    <a:lnTo>
                      <a:pt x="1329368" y="1036004"/>
                    </a:lnTo>
                    <a:lnTo>
                      <a:pt x="1327774" y="1038236"/>
                    </a:lnTo>
                    <a:lnTo>
                      <a:pt x="1228904" y="1099472"/>
                    </a:lnTo>
                    <a:lnTo>
                      <a:pt x="1226990" y="1101066"/>
                    </a:lnTo>
                    <a:lnTo>
                      <a:pt x="1225396" y="1102342"/>
                    </a:lnTo>
                    <a:lnTo>
                      <a:pt x="1223163" y="1103618"/>
                    </a:lnTo>
                    <a:lnTo>
                      <a:pt x="1220930" y="1104575"/>
                    </a:lnTo>
                    <a:lnTo>
                      <a:pt x="1219017" y="1105213"/>
                    </a:lnTo>
                    <a:lnTo>
                      <a:pt x="1216784" y="1105850"/>
                    </a:lnTo>
                    <a:lnTo>
                      <a:pt x="1212000" y="1106488"/>
                    </a:lnTo>
                    <a:lnTo>
                      <a:pt x="1207854" y="1105850"/>
                    </a:lnTo>
                    <a:lnTo>
                      <a:pt x="1205622" y="1105213"/>
                    </a:lnTo>
                    <a:lnTo>
                      <a:pt x="1203389" y="1104575"/>
                    </a:lnTo>
                    <a:lnTo>
                      <a:pt x="1201475" y="1103618"/>
                    </a:lnTo>
                    <a:lnTo>
                      <a:pt x="1199243" y="1102342"/>
                    </a:lnTo>
                    <a:lnTo>
                      <a:pt x="1197329" y="1101066"/>
                    </a:lnTo>
                    <a:lnTo>
                      <a:pt x="1195735" y="1099472"/>
                    </a:lnTo>
                    <a:lnTo>
                      <a:pt x="1194140" y="1097558"/>
                    </a:lnTo>
                    <a:lnTo>
                      <a:pt x="1192864" y="1095963"/>
                    </a:lnTo>
                    <a:lnTo>
                      <a:pt x="1191588" y="1093731"/>
                    </a:lnTo>
                    <a:lnTo>
                      <a:pt x="1190632" y="1091817"/>
                    </a:lnTo>
                    <a:lnTo>
                      <a:pt x="1189356" y="1087352"/>
                    </a:lnTo>
                    <a:lnTo>
                      <a:pt x="1189037" y="1082887"/>
                    </a:lnTo>
                    <a:lnTo>
                      <a:pt x="1189356" y="1078741"/>
                    </a:lnTo>
                    <a:lnTo>
                      <a:pt x="1190632" y="1074276"/>
                    </a:lnTo>
                    <a:lnTo>
                      <a:pt x="1191588" y="1072043"/>
                    </a:lnTo>
                    <a:lnTo>
                      <a:pt x="1192864" y="1070130"/>
                    </a:lnTo>
                    <a:lnTo>
                      <a:pt x="1194140" y="1068535"/>
                    </a:lnTo>
                    <a:lnTo>
                      <a:pt x="1195735" y="1066621"/>
                    </a:lnTo>
                    <a:lnTo>
                      <a:pt x="1257289" y="967433"/>
                    </a:lnTo>
                    <a:lnTo>
                      <a:pt x="1258884" y="965838"/>
                    </a:lnTo>
                    <a:lnTo>
                      <a:pt x="1261435" y="965200"/>
                    </a:lnTo>
                    <a:close/>
                    <a:moveTo>
                      <a:pt x="346041" y="844550"/>
                    </a:moveTo>
                    <a:lnTo>
                      <a:pt x="350799" y="844550"/>
                    </a:lnTo>
                    <a:lnTo>
                      <a:pt x="658851" y="844550"/>
                    </a:lnTo>
                    <a:lnTo>
                      <a:pt x="663927" y="844550"/>
                    </a:lnTo>
                    <a:lnTo>
                      <a:pt x="669003" y="845185"/>
                    </a:lnTo>
                    <a:lnTo>
                      <a:pt x="673762" y="846773"/>
                    </a:lnTo>
                    <a:lnTo>
                      <a:pt x="678204" y="848043"/>
                    </a:lnTo>
                    <a:lnTo>
                      <a:pt x="682645" y="850265"/>
                    </a:lnTo>
                    <a:lnTo>
                      <a:pt x="686452" y="852805"/>
                    </a:lnTo>
                    <a:lnTo>
                      <a:pt x="690259" y="855345"/>
                    </a:lnTo>
                    <a:lnTo>
                      <a:pt x="693749" y="858838"/>
                    </a:lnTo>
                    <a:lnTo>
                      <a:pt x="697239" y="862330"/>
                    </a:lnTo>
                    <a:lnTo>
                      <a:pt x="699777" y="865823"/>
                    </a:lnTo>
                    <a:lnTo>
                      <a:pt x="702315" y="869950"/>
                    </a:lnTo>
                    <a:lnTo>
                      <a:pt x="704218" y="874395"/>
                    </a:lnTo>
                    <a:lnTo>
                      <a:pt x="705804" y="879158"/>
                    </a:lnTo>
                    <a:lnTo>
                      <a:pt x="707391" y="883920"/>
                    </a:lnTo>
                    <a:lnTo>
                      <a:pt x="708025" y="888683"/>
                    </a:lnTo>
                    <a:lnTo>
                      <a:pt x="708025" y="893763"/>
                    </a:lnTo>
                    <a:lnTo>
                      <a:pt x="708025" y="898843"/>
                    </a:lnTo>
                    <a:lnTo>
                      <a:pt x="707391" y="903605"/>
                    </a:lnTo>
                    <a:lnTo>
                      <a:pt x="705804" y="908368"/>
                    </a:lnTo>
                    <a:lnTo>
                      <a:pt x="704218" y="912495"/>
                    </a:lnTo>
                    <a:lnTo>
                      <a:pt x="702315" y="916940"/>
                    </a:lnTo>
                    <a:lnTo>
                      <a:pt x="699777" y="921068"/>
                    </a:lnTo>
                    <a:lnTo>
                      <a:pt x="697239" y="924878"/>
                    </a:lnTo>
                    <a:lnTo>
                      <a:pt x="693749" y="928370"/>
                    </a:lnTo>
                    <a:lnTo>
                      <a:pt x="690259" y="931545"/>
                    </a:lnTo>
                    <a:lnTo>
                      <a:pt x="686452" y="934403"/>
                    </a:lnTo>
                    <a:lnTo>
                      <a:pt x="682645" y="936943"/>
                    </a:lnTo>
                    <a:lnTo>
                      <a:pt x="678204" y="938848"/>
                    </a:lnTo>
                    <a:lnTo>
                      <a:pt x="673762" y="940753"/>
                    </a:lnTo>
                    <a:lnTo>
                      <a:pt x="669003" y="941705"/>
                    </a:lnTo>
                    <a:lnTo>
                      <a:pt x="663927" y="942658"/>
                    </a:lnTo>
                    <a:lnTo>
                      <a:pt x="658851" y="942975"/>
                    </a:lnTo>
                    <a:lnTo>
                      <a:pt x="350799" y="942975"/>
                    </a:lnTo>
                    <a:lnTo>
                      <a:pt x="346041" y="942658"/>
                    </a:lnTo>
                    <a:lnTo>
                      <a:pt x="340965" y="941705"/>
                    </a:lnTo>
                    <a:lnTo>
                      <a:pt x="336206" y="940753"/>
                    </a:lnTo>
                    <a:lnTo>
                      <a:pt x="331764" y="938848"/>
                    </a:lnTo>
                    <a:lnTo>
                      <a:pt x="327323" y="936943"/>
                    </a:lnTo>
                    <a:lnTo>
                      <a:pt x="323516" y="934403"/>
                    </a:lnTo>
                    <a:lnTo>
                      <a:pt x="319391" y="931545"/>
                    </a:lnTo>
                    <a:lnTo>
                      <a:pt x="316219" y="928370"/>
                    </a:lnTo>
                    <a:lnTo>
                      <a:pt x="312729" y="924878"/>
                    </a:lnTo>
                    <a:lnTo>
                      <a:pt x="309874" y="921068"/>
                    </a:lnTo>
                    <a:lnTo>
                      <a:pt x="307653" y="916940"/>
                    </a:lnTo>
                    <a:lnTo>
                      <a:pt x="305432" y="912495"/>
                    </a:lnTo>
                    <a:lnTo>
                      <a:pt x="303846" y="908368"/>
                    </a:lnTo>
                    <a:lnTo>
                      <a:pt x="302577" y="903605"/>
                    </a:lnTo>
                    <a:lnTo>
                      <a:pt x="301943" y="898843"/>
                    </a:lnTo>
                    <a:lnTo>
                      <a:pt x="301625" y="893763"/>
                    </a:lnTo>
                    <a:lnTo>
                      <a:pt x="301943" y="888683"/>
                    </a:lnTo>
                    <a:lnTo>
                      <a:pt x="302577" y="883920"/>
                    </a:lnTo>
                    <a:lnTo>
                      <a:pt x="303846" y="879158"/>
                    </a:lnTo>
                    <a:lnTo>
                      <a:pt x="305432" y="874395"/>
                    </a:lnTo>
                    <a:lnTo>
                      <a:pt x="307336" y="869950"/>
                    </a:lnTo>
                    <a:lnTo>
                      <a:pt x="309874" y="865823"/>
                    </a:lnTo>
                    <a:lnTo>
                      <a:pt x="312729" y="862330"/>
                    </a:lnTo>
                    <a:lnTo>
                      <a:pt x="316219" y="858838"/>
                    </a:lnTo>
                    <a:lnTo>
                      <a:pt x="319391" y="855345"/>
                    </a:lnTo>
                    <a:lnTo>
                      <a:pt x="323516" y="852805"/>
                    </a:lnTo>
                    <a:lnTo>
                      <a:pt x="327323" y="850265"/>
                    </a:lnTo>
                    <a:lnTo>
                      <a:pt x="331764" y="848043"/>
                    </a:lnTo>
                    <a:lnTo>
                      <a:pt x="336206" y="846773"/>
                    </a:lnTo>
                    <a:lnTo>
                      <a:pt x="340965" y="845185"/>
                    </a:lnTo>
                    <a:lnTo>
                      <a:pt x="346041" y="844550"/>
                    </a:lnTo>
                    <a:close/>
                    <a:moveTo>
                      <a:pt x="344144" y="590550"/>
                    </a:moveTo>
                    <a:lnTo>
                      <a:pt x="960782" y="590550"/>
                    </a:lnTo>
                    <a:lnTo>
                      <a:pt x="966812" y="591185"/>
                    </a:lnTo>
                    <a:lnTo>
                      <a:pt x="973159" y="592138"/>
                    </a:lnTo>
                    <a:lnTo>
                      <a:pt x="978871" y="593725"/>
                    </a:lnTo>
                    <a:lnTo>
                      <a:pt x="984584" y="595630"/>
                    </a:lnTo>
                    <a:lnTo>
                      <a:pt x="990296" y="598488"/>
                    </a:lnTo>
                    <a:lnTo>
                      <a:pt x="995374" y="601345"/>
                    </a:lnTo>
                    <a:lnTo>
                      <a:pt x="1000135" y="604838"/>
                    </a:lnTo>
                    <a:lnTo>
                      <a:pt x="1004260" y="608965"/>
                    </a:lnTo>
                    <a:lnTo>
                      <a:pt x="1008386" y="613410"/>
                    </a:lnTo>
                    <a:lnTo>
                      <a:pt x="1011560" y="617855"/>
                    </a:lnTo>
                    <a:lnTo>
                      <a:pt x="1015051" y="623253"/>
                    </a:lnTo>
                    <a:lnTo>
                      <a:pt x="1017590" y="628650"/>
                    </a:lnTo>
                    <a:lnTo>
                      <a:pt x="1019811" y="634048"/>
                    </a:lnTo>
                    <a:lnTo>
                      <a:pt x="1021081" y="639763"/>
                    </a:lnTo>
                    <a:lnTo>
                      <a:pt x="1021715" y="646113"/>
                    </a:lnTo>
                    <a:lnTo>
                      <a:pt x="1022350" y="652145"/>
                    </a:lnTo>
                    <a:lnTo>
                      <a:pt x="1021715" y="658813"/>
                    </a:lnTo>
                    <a:lnTo>
                      <a:pt x="1021081" y="664528"/>
                    </a:lnTo>
                    <a:lnTo>
                      <a:pt x="1019811" y="670878"/>
                    </a:lnTo>
                    <a:lnTo>
                      <a:pt x="1017590" y="676275"/>
                    </a:lnTo>
                    <a:lnTo>
                      <a:pt x="1015051" y="681673"/>
                    </a:lnTo>
                    <a:lnTo>
                      <a:pt x="1011560" y="686753"/>
                    </a:lnTo>
                    <a:lnTo>
                      <a:pt x="1008386" y="691515"/>
                    </a:lnTo>
                    <a:lnTo>
                      <a:pt x="1004260" y="695960"/>
                    </a:lnTo>
                    <a:lnTo>
                      <a:pt x="1000135" y="700088"/>
                    </a:lnTo>
                    <a:lnTo>
                      <a:pt x="995374" y="703580"/>
                    </a:lnTo>
                    <a:lnTo>
                      <a:pt x="990296" y="706438"/>
                    </a:lnTo>
                    <a:lnTo>
                      <a:pt x="984584" y="708978"/>
                    </a:lnTo>
                    <a:lnTo>
                      <a:pt x="978871" y="711200"/>
                    </a:lnTo>
                    <a:lnTo>
                      <a:pt x="973159" y="712788"/>
                    </a:lnTo>
                    <a:lnTo>
                      <a:pt x="966812" y="713740"/>
                    </a:lnTo>
                    <a:lnTo>
                      <a:pt x="960782" y="714375"/>
                    </a:lnTo>
                    <a:lnTo>
                      <a:pt x="344144" y="714375"/>
                    </a:lnTo>
                    <a:lnTo>
                      <a:pt x="338114" y="713740"/>
                    </a:lnTo>
                    <a:lnTo>
                      <a:pt x="331767" y="712788"/>
                    </a:lnTo>
                    <a:lnTo>
                      <a:pt x="326054" y="711200"/>
                    </a:lnTo>
                    <a:lnTo>
                      <a:pt x="320342" y="708978"/>
                    </a:lnTo>
                    <a:lnTo>
                      <a:pt x="314946" y="706438"/>
                    </a:lnTo>
                    <a:lnTo>
                      <a:pt x="309869" y="703580"/>
                    </a:lnTo>
                    <a:lnTo>
                      <a:pt x="305108" y="700088"/>
                    </a:lnTo>
                    <a:lnTo>
                      <a:pt x="300982" y="695960"/>
                    </a:lnTo>
                    <a:lnTo>
                      <a:pt x="296857" y="691515"/>
                    </a:lnTo>
                    <a:lnTo>
                      <a:pt x="293366" y="686753"/>
                    </a:lnTo>
                    <a:lnTo>
                      <a:pt x="290192" y="681673"/>
                    </a:lnTo>
                    <a:lnTo>
                      <a:pt x="287653" y="676275"/>
                    </a:lnTo>
                    <a:lnTo>
                      <a:pt x="285432" y="670878"/>
                    </a:lnTo>
                    <a:lnTo>
                      <a:pt x="284162" y="664528"/>
                    </a:lnTo>
                    <a:lnTo>
                      <a:pt x="282893" y="658813"/>
                    </a:lnTo>
                    <a:lnTo>
                      <a:pt x="282575" y="652145"/>
                    </a:lnTo>
                    <a:lnTo>
                      <a:pt x="282893" y="646113"/>
                    </a:lnTo>
                    <a:lnTo>
                      <a:pt x="284162" y="639763"/>
                    </a:lnTo>
                    <a:lnTo>
                      <a:pt x="285432" y="634048"/>
                    </a:lnTo>
                    <a:lnTo>
                      <a:pt x="287653" y="628650"/>
                    </a:lnTo>
                    <a:lnTo>
                      <a:pt x="290192" y="623253"/>
                    </a:lnTo>
                    <a:lnTo>
                      <a:pt x="293366" y="617855"/>
                    </a:lnTo>
                    <a:lnTo>
                      <a:pt x="296857" y="613410"/>
                    </a:lnTo>
                    <a:lnTo>
                      <a:pt x="300982" y="608965"/>
                    </a:lnTo>
                    <a:lnTo>
                      <a:pt x="305108" y="604838"/>
                    </a:lnTo>
                    <a:lnTo>
                      <a:pt x="309869" y="601345"/>
                    </a:lnTo>
                    <a:lnTo>
                      <a:pt x="314946" y="598488"/>
                    </a:lnTo>
                    <a:lnTo>
                      <a:pt x="320342" y="595630"/>
                    </a:lnTo>
                    <a:lnTo>
                      <a:pt x="326054" y="593725"/>
                    </a:lnTo>
                    <a:lnTo>
                      <a:pt x="331767" y="592138"/>
                    </a:lnTo>
                    <a:lnTo>
                      <a:pt x="338114" y="591185"/>
                    </a:lnTo>
                    <a:lnTo>
                      <a:pt x="344144" y="590550"/>
                    </a:lnTo>
                    <a:close/>
                    <a:moveTo>
                      <a:pt x="1750865" y="411163"/>
                    </a:moveTo>
                    <a:lnTo>
                      <a:pt x="1754043" y="411481"/>
                    </a:lnTo>
                    <a:lnTo>
                      <a:pt x="1757540" y="411798"/>
                    </a:lnTo>
                    <a:lnTo>
                      <a:pt x="1760718" y="413068"/>
                    </a:lnTo>
                    <a:lnTo>
                      <a:pt x="1764214" y="414021"/>
                    </a:lnTo>
                    <a:lnTo>
                      <a:pt x="1767710" y="414973"/>
                    </a:lnTo>
                    <a:lnTo>
                      <a:pt x="1770889" y="416878"/>
                    </a:lnTo>
                    <a:lnTo>
                      <a:pt x="1777563" y="421006"/>
                    </a:lnTo>
                    <a:lnTo>
                      <a:pt x="1784555" y="425768"/>
                    </a:lnTo>
                    <a:lnTo>
                      <a:pt x="1790912" y="431166"/>
                    </a:lnTo>
                    <a:lnTo>
                      <a:pt x="1797904" y="437198"/>
                    </a:lnTo>
                    <a:lnTo>
                      <a:pt x="1812207" y="451486"/>
                    </a:lnTo>
                    <a:lnTo>
                      <a:pt x="1827145" y="466408"/>
                    </a:lnTo>
                    <a:lnTo>
                      <a:pt x="1836680" y="476251"/>
                    </a:lnTo>
                    <a:lnTo>
                      <a:pt x="1851935" y="491173"/>
                    </a:lnTo>
                    <a:lnTo>
                      <a:pt x="1865920" y="505461"/>
                    </a:lnTo>
                    <a:lnTo>
                      <a:pt x="1872277" y="512446"/>
                    </a:lnTo>
                    <a:lnTo>
                      <a:pt x="1877680" y="519431"/>
                    </a:lnTo>
                    <a:lnTo>
                      <a:pt x="1882447" y="525781"/>
                    </a:lnTo>
                    <a:lnTo>
                      <a:pt x="1886579" y="532766"/>
                    </a:lnTo>
                    <a:lnTo>
                      <a:pt x="1888486" y="536258"/>
                    </a:lnTo>
                    <a:lnTo>
                      <a:pt x="1889439" y="539433"/>
                    </a:lnTo>
                    <a:lnTo>
                      <a:pt x="1891029" y="542608"/>
                    </a:lnTo>
                    <a:lnTo>
                      <a:pt x="1891664" y="546101"/>
                    </a:lnTo>
                    <a:lnTo>
                      <a:pt x="1891982" y="549593"/>
                    </a:lnTo>
                    <a:lnTo>
                      <a:pt x="1892300" y="552768"/>
                    </a:lnTo>
                    <a:lnTo>
                      <a:pt x="1892300" y="556261"/>
                    </a:lnTo>
                    <a:lnTo>
                      <a:pt x="1891664" y="559753"/>
                    </a:lnTo>
                    <a:lnTo>
                      <a:pt x="1891029" y="562928"/>
                    </a:lnTo>
                    <a:lnTo>
                      <a:pt x="1889757" y="566738"/>
                    </a:lnTo>
                    <a:lnTo>
                      <a:pt x="1888486" y="570231"/>
                    </a:lnTo>
                    <a:lnTo>
                      <a:pt x="1886261" y="574041"/>
                    </a:lnTo>
                    <a:lnTo>
                      <a:pt x="1884036" y="577533"/>
                    </a:lnTo>
                    <a:lnTo>
                      <a:pt x="1881176" y="581343"/>
                    </a:lnTo>
                    <a:lnTo>
                      <a:pt x="1877680" y="585153"/>
                    </a:lnTo>
                    <a:lnTo>
                      <a:pt x="1874184" y="588963"/>
                    </a:lnTo>
                    <a:lnTo>
                      <a:pt x="1476895" y="985838"/>
                    </a:lnTo>
                    <a:lnTo>
                      <a:pt x="1472763" y="989966"/>
                    </a:lnTo>
                    <a:lnTo>
                      <a:pt x="1468313" y="993458"/>
                    </a:lnTo>
                    <a:lnTo>
                      <a:pt x="1464182" y="996633"/>
                    </a:lnTo>
                    <a:lnTo>
                      <a:pt x="1459732" y="999808"/>
                    </a:lnTo>
                    <a:lnTo>
                      <a:pt x="1455282" y="1002348"/>
                    </a:lnTo>
                    <a:lnTo>
                      <a:pt x="1450515" y="1004888"/>
                    </a:lnTo>
                    <a:lnTo>
                      <a:pt x="1446065" y="1007111"/>
                    </a:lnTo>
                    <a:lnTo>
                      <a:pt x="1440980" y="1009016"/>
                    </a:lnTo>
                    <a:lnTo>
                      <a:pt x="1436212" y="1010921"/>
                    </a:lnTo>
                    <a:lnTo>
                      <a:pt x="1431445" y="1012826"/>
                    </a:lnTo>
                    <a:lnTo>
                      <a:pt x="1426360" y="1013778"/>
                    </a:lnTo>
                    <a:lnTo>
                      <a:pt x="1421274" y="1015366"/>
                    </a:lnTo>
                    <a:lnTo>
                      <a:pt x="1416507" y="1016001"/>
                    </a:lnTo>
                    <a:lnTo>
                      <a:pt x="1411422" y="1016953"/>
                    </a:lnTo>
                    <a:lnTo>
                      <a:pt x="1406336" y="1017271"/>
                    </a:lnTo>
                    <a:lnTo>
                      <a:pt x="1401569" y="1017588"/>
                    </a:lnTo>
                    <a:lnTo>
                      <a:pt x="1396484" y="1017588"/>
                    </a:lnTo>
                    <a:lnTo>
                      <a:pt x="1391716" y="1017271"/>
                    </a:lnTo>
                    <a:lnTo>
                      <a:pt x="1386949" y="1016953"/>
                    </a:lnTo>
                    <a:lnTo>
                      <a:pt x="1382499" y="1015683"/>
                    </a:lnTo>
                    <a:lnTo>
                      <a:pt x="1377731" y="1015048"/>
                    </a:lnTo>
                    <a:lnTo>
                      <a:pt x="1373282" y="1013461"/>
                    </a:lnTo>
                    <a:lnTo>
                      <a:pt x="1368832" y="1012191"/>
                    </a:lnTo>
                    <a:lnTo>
                      <a:pt x="1364700" y="1010286"/>
                    </a:lnTo>
                    <a:lnTo>
                      <a:pt x="1360886" y="1008063"/>
                    </a:lnTo>
                    <a:lnTo>
                      <a:pt x="1357072" y="1005523"/>
                    </a:lnTo>
                    <a:lnTo>
                      <a:pt x="1353576" y="1002983"/>
                    </a:lnTo>
                    <a:lnTo>
                      <a:pt x="1350080" y="1000126"/>
                    </a:lnTo>
                    <a:lnTo>
                      <a:pt x="1347220" y="996633"/>
                    </a:lnTo>
                    <a:lnTo>
                      <a:pt x="1344359" y="993458"/>
                    </a:lnTo>
                    <a:lnTo>
                      <a:pt x="1341817" y="989331"/>
                    </a:lnTo>
                    <a:lnTo>
                      <a:pt x="1339274" y="985521"/>
                    </a:lnTo>
                    <a:lnTo>
                      <a:pt x="1337367" y="981076"/>
                    </a:lnTo>
                    <a:lnTo>
                      <a:pt x="1335778" y="976313"/>
                    </a:lnTo>
                    <a:lnTo>
                      <a:pt x="1326561" y="967106"/>
                    </a:lnTo>
                    <a:lnTo>
                      <a:pt x="1322111" y="965518"/>
                    </a:lnTo>
                    <a:lnTo>
                      <a:pt x="1317979" y="963296"/>
                    </a:lnTo>
                    <a:lnTo>
                      <a:pt x="1314165" y="961073"/>
                    </a:lnTo>
                    <a:lnTo>
                      <a:pt x="1310351" y="958851"/>
                    </a:lnTo>
                    <a:lnTo>
                      <a:pt x="1307173" y="956311"/>
                    </a:lnTo>
                    <a:lnTo>
                      <a:pt x="1303995" y="953453"/>
                    </a:lnTo>
                    <a:lnTo>
                      <a:pt x="1301134" y="950913"/>
                    </a:lnTo>
                    <a:lnTo>
                      <a:pt x="1298274" y="948056"/>
                    </a:lnTo>
                    <a:lnTo>
                      <a:pt x="1295731" y="944563"/>
                    </a:lnTo>
                    <a:lnTo>
                      <a:pt x="1293824" y="941706"/>
                    </a:lnTo>
                    <a:lnTo>
                      <a:pt x="1291599" y="938531"/>
                    </a:lnTo>
                    <a:lnTo>
                      <a:pt x="1289692" y="935038"/>
                    </a:lnTo>
                    <a:lnTo>
                      <a:pt x="1288103" y="931546"/>
                    </a:lnTo>
                    <a:lnTo>
                      <a:pt x="1286832" y="928371"/>
                    </a:lnTo>
                    <a:lnTo>
                      <a:pt x="1284607" y="921068"/>
                    </a:lnTo>
                    <a:lnTo>
                      <a:pt x="1283336" y="913448"/>
                    </a:lnTo>
                    <a:lnTo>
                      <a:pt x="1282700" y="905511"/>
                    </a:lnTo>
                    <a:lnTo>
                      <a:pt x="1283018" y="897573"/>
                    </a:lnTo>
                    <a:lnTo>
                      <a:pt x="1283971" y="889953"/>
                    </a:lnTo>
                    <a:lnTo>
                      <a:pt x="1285560" y="882016"/>
                    </a:lnTo>
                    <a:lnTo>
                      <a:pt x="1287785" y="874078"/>
                    </a:lnTo>
                    <a:lnTo>
                      <a:pt x="1290646" y="866141"/>
                    </a:lnTo>
                    <a:lnTo>
                      <a:pt x="1294142" y="858521"/>
                    </a:lnTo>
                    <a:lnTo>
                      <a:pt x="1298909" y="849948"/>
                    </a:lnTo>
                    <a:lnTo>
                      <a:pt x="1304313" y="841376"/>
                    </a:lnTo>
                    <a:lnTo>
                      <a:pt x="1310351" y="833756"/>
                    </a:lnTo>
                    <a:lnTo>
                      <a:pt x="1317026" y="826136"/>
                    </a:lnTo>
                    <a:lnTo>
                      <a:pt x="1714315" y="429261"/>
                    </a:lnTo>
                    <a:lnTo>
                      <a:pt x="1718446" y="425768"/>
                    </a:lnTo>
                    <a:lnTo>
                      <a:pt x="1721943" y="422276"/>
                    </a:lnTo>
                    <a:lnTo>
                      <a:pt x="1726074" y="419736"/>
                    </a:lnTo>
                    <a:lnTo>
                      <a:pt x="1729571" y="417196"/>
                    </a:lnTo>
                    <a:lnTo>
                      <a:pt x="1733384" y="415608"/>
                    </a:lnTo>
                    <a:lnTo>
                      <a:pt x="1736881" y="414021"/>
                    </a:lnTo>
                    <a:lnTo>
                      <a:pt x="1740377" y="412433"/>
                    </a:lnTo>
                    <a:lnTo>
                      <a:pt x="1743873" y="411798"/>
                    </a:lnTo>
                    <a:lnTo>
                      <a:pt x="1747051" y="411481"/>
                    </a:lnTo>
                    <a:lnTo>
                      <a:pt x="1750865" y="411163"/>
                    </a:lnTo>
                    <a:close/>
                    <a:moveTo>
                      <a:pt x="198373" y="319088"/>
                    </a:moveTo>
                    <a:lnTo>
                      <a:pt x="1557783" y="319088"/>
                    </a:lnTo>
                    <a:lnTo>
                      <a:pt x="1453042" y="423822"/>
                    </a:lnTo>
                    <a:lnTo>
                      <a:pt x="315492" y="423822"/>
                    </a:lnTo>
                    <a:lnTo>
                      <a:pt x="305336" y="424140"/>
                    </a:lnTo>
                    <a:lnTo>
                      <a:pt x="295179" y="424774"/>
                    </a:lnTo>
                    <a:lnTo>
                      <a:pt x="285340" y="426361"/>
                    </a:lnTo>
                    <a:lnTo>
                      <a:pt x="275500" y="427631"/>
                    </a:lnTo>
                    <a:lnTo>
                      <a:pt x="265979" y="429852"/>
                    </a:lnTo>
                    <a:lnTo>
                      <a:pt x="256457" y="433026"/>
                    </a:lnTo>
                    <a:lnTo>
                      <a:pt x="247570" y="435882"/>
                    </a:lnTo>
                    <a:lnTo>
                      <a:pt x="238365" y="439374"/>
                    </a:lnTo>
                    <a:lnTo>
                      <a:pt x="229478" y="443499"/>
                    </a:lnTo>
                    <a:lnTo>
                      <a:pt x="221226" y="447943"/>
                    </a:lnTo>
                    <a:lnTo>
                      <a:pt x="212973" y="452703"/>
                    </a:lnTo>
                    <a:lnTo>
                      <a:pt x="204721" y="457781"/>
                    </a:lnTo>
                    <a:lnTo>
                      <a:pt x="196786" y="463494"/>
                    </a:lnTo>
                    <a:lnTo>
                      <a:pt x="189486" y="469207"/>
                    </a:lnTo>
                    <a:lnTo>
                      <a:pt x="182186" y="475554"/>
                    </a:lnTo>
                    <a:lnTo>
                      <a:pt x="175203" y="481902"/>
                    </a:lnTo>
                    <a:lnTo>
                      <a:pt x="168855" y="488884"/>
                    </a:lnTo>
                    <a:lnTo>
                      <a:pt x="162507" y="496184"/>
                    </a:lnTo>
                    <a:lnTo>
                      <a:pt x="156794" y="503483"/>
                    </a:lnTo>
                    <a:lnTo>
                      <a:pt x="151398" y="511100"/>
                    </a:lnTo>
                    <a:lnTo>
                      <a:pt x="145685" y="519670"/>
                    </a:lnTo>
                    <a:lnTo>
                      <a:pt x="140924" y="527604"/>
                    </a:lnTo>
                    <a:lnTo>
                      <a:pt x="136798" y="536490"/>
                    </a:lnTo>
                    <a:lnTo>
                      <a:pt x="132672" y="545060"/>
                    </a:lnTo>
                    <a:lnTo>
                      <a:pt x="129498" y="554263"/>
                    </a:lnTo>
                    <a:lnTo>
                      <a:pt x="126007" y="563150"/>
                    </a:lnTo>
                    <a:lnTo>
                      <a:pt x="123468" y="572671"/>
                    </a:lnTo>
                    <a:lnTo>
                      <a:pt x="121246" y="582193"/>
                    </a:lnTo>
                    <a:lnTo>
                      <a:pt x="119659" y="592031"/>
                    </a:lnTo>
                    <a:lnTo>
                      <a:pt x="118072" y="601870"/>
                    </a:lnTo>
                    <a:lnTo>
                      <a:pt x="117437" y="612026"/>
                    </a:lnTo>
                    <a:lnTo>
                      <a:pt x="117437" y="622182"/>
                    </a:lnTo>
                    <a:lnTo>
                      <a:pt x="117437" y="1633658"/>
                    </a:lnTo>
                    <a:lnTo>
                      <a:pt x="117437" y="1643814"/>
                    </a:lnTo>
                    <a:lnTo>
                      <a:pt x="118072" y="1653970"/>
                    </a:lnTo>
                    <a:lnTo>
                      <a:pt x="119659" y="1663808"/>
                    </a:lnTo>
                    <a:lnTo>
                      <a:pt x="121246" y="1673647"/>
                    </a:lnTo>
                    <a:lnTo>
                      <a:pt x="123468" y="1683168"/>
                    </a:lnTo>
                    <a:lnTo>
                      <a:pt x="126007" y="1692689"/>
                    </a:lnTo>
                    <a:lnTo>
                      <a:pt x="129498" y="1701576"/>
                    </a:lnTo>
                    <a:lnTo>
                      <a:pt x="132672" y="1710780"/>
                    </a:lnTo>
                    <a:lnTo>
                      <a:pt x="136798" y="1719666"/>
                    </a:lnTo>
                    <a:lnTo>
                      <a:pt x="140924" y="1728235"/>
                    </a:lnTo>
                    <a:lnTo>
                      <a:pt x="145685" y="1736170"/>
                    </a:lnTo>
                    <a:lnTo>
                      <a:pt x="151398" y="1744739"/>
                    </a:lnTo>
                    <a:lnTo>
                      <a:pt x="156794" y="1752356"/>
                    </a:lnTo>
                    <a:lnTo>
                      <a:pt x="162507" y="1759656"/>
                    </a:lnTo>
                    <a:lnTo>
                      <a:pt x="168855" y="1766955"/>
                    </a:lnTo>
                    <a:lnTo>
                      <a:pt x="175203" y="1773938"/>
                    </a:lnTo>
                    <a:lnTo>
                      <a:pt x="182186" y="1780285"/>
                    </a:lnTo>
                    <a:lnTo>
                      <a:pt x="189486" y="1786633"/>
                    </a:lnTo>
                    <a:lnTo>
                      <a:pt x="196786" y="1792345"/>
                    </a:lnTo>
                    <a:lnTo>
                      <a:pt x="204721" y="1798375"/>
                    </a:lnTo>
                    <a:lnTo>
                      <a:pt x="212973" y="1803453"/>
                    </a:lnTo>
                    <a:lnTo>
                      <a:pt x="221226" y="1808214"/>
                    </a:lnTo>
                    <a:lnTo>
                      <a:pt x="229478" y="1812340"/>
                    </a:lnTo>
                    <a:lnTo>
                      <a:pt x="238365" y="1816466"/>
                    </a:lnTo>
                    <a:lnTo>
                      <a:pt x="247570" y="1819640"/>
                    </a:lnTo>
                    <a:lnTo>
                      <a:pt x="256457" y="1823131"/>
                    </a:lnTo>
                    <a:lnTo>
                      <a:pt x="265979" y="1825670"/>
                    </a:lnTo>
                    <a:lnTo>
                      <a:pt x="275500" y="1827891"/>
                    </a:lnTo>
                    <a:lnTo>
                      <a:pt x="285340" y="1829478"/>
                    </a:lnTo>
                    <a:lnTo>
                      <a:pt x="295179" y="1831065"/>
                    </a:lnTo>
                    <a:lnTo>
                      <a:pt x="305336" y="1831700"/>
                    </a:lnTo>
                    <a:lnTo>
                      <a:pt x="315492" y="1831700"/>
                    </a:lnTo>
                    <a:lnTo>
                      <a:pt x="1632371" y="1831700"/>
                    </a:lnTo>
                    <a:lnTo>
                      <a:pt x="1642527" y="1831700"/>
                    </a:lnTo>
                    <a:lnTo>
                      <a:pt x="1652367" y="1831065"/>
                    </a:lnTo>
                    <a:lnTo>
                      <a:pt x="1662523" y="1829478"/>
                    </a:lnTo>
                    <a:lnTo>
                      <a:pt x="1672045" y="1827891"/>
                    </a:lnTo>
                    <a:lnTo>
                      <a:pt x="1681885" y="1825670"/>
                    </a:lnTo>
                    <a:lnTo>
                      <a:pt x="1691089" y="1823131"/>
                    </a:lnTo>
                    <a:lnTo>
                      <a:pt x="1700611" y="1819640"/>
                    </a:lnTo>
                    <a:lnTo>
                      <a:pt x="1709181" y="1816466"/>
                    </a:lnTo>
                    <a:lnTo>
                      <a:pt x="1718385" y="1812340"/>
                    </a:lnTo>
                    <a:lnTo>
                      <a:pt x="1726637" y="1808214"/>
                    </a:lnTo>
                    <a:lnTo>
                      <a:pt x="1735207" y="1803453"/>
                    </a:lnTo>
                    <a:lnTo>
                      <a:pt x="1743142" y="1798375"/>
                    </a:lnTo>
                    <a:lnTo>
                      <a:pt x="1750760" y="1792345"/>
                    </a:lnTo>
                    <a:lnTo>
                      <a:pt x="1758377" y="1786633"/>
                    </a:lnTo>
                    <a:lnTo>
                      <a:pt x="1765677" y="1780285"/>
                    </a:lnTo>
                    <a:lnTo>
                      <a:pt x="1772660" y="1773938"/>
                    </a:lnTo>
                    <a:lnTo>
                      <a:pt x="1779325" y="1766955"/>
                    </a:lnTo>
                    <a:lnTo>
                      <a:pt x="1785356" y="1759973"/>
                    </a:lnTo>
                    <a:lnTo>
                      <a:pt x="1791069" y="1752356"/>
                    </a:lnTo>
                    <a:lnTo>
                      <a:pt x="1796782" y="1744739"/>
                    </a:lnTo>
                    <a:lnTo>
                      <a:pt x="1801861" y="1736805"/>
                    </a:lnTo>
                    <a:lnTo>
                      <a:pt x="1806621" y="1728235"/>
                    </a:lnTo>
                    <a:lnTo>
                      <a:pt x="1810748" y="1719666"/>
                    </a:lnTo>
                    <a:lnTo>
                      <a:pt x="1814874" y="1710780"/>
                    </a:lnTo>
                    <a:lnTo>
                      <a:pt x="1818683" y="1702211"/>
                    </a:lnTo>
                    <a:lnTo>
                      <a:pt x="1821857" y="1692689"/>
                    </a:lnTo>
                    <a:lnTo>
                      <a:pt x="1824396" y="1683168"/>
                    </a:lnTo>
                    <a:lnTo>
                      <a:pt x="1826617" y="1673647"/>
                    </a:lnTo>
                    <a:lnTo>
                      <a:pt x="1828522" y="1663808"/>
                    </a:lnTo>
                    <a:lnTo>
                      <a:pt x="1829474" y="1653970"/>
                    </a:lnTo>
                    <a:lnTo>
                      <a:pt x="1830109" y="1643814"/>
                    </a:lnTo>
                    <a:lnTo>
                      <a:pt x="1830426" y="1633658"/>
                    </a:lnTo>
                    <a:lnTo>
                      <a:pt x="1830426" y="1113162"/>
                    </a:lnTo>
                    <a:lnTo>
                      <a:pt x="1830426" y="773570"/>
                    </a:lnTo>
                    <a:lnTo>
                      <a:pt x="1947863" y="656458"/>
                    </a:lnTo>
                    <a:lnTo>
                      <a:pt x="1947863" y="1738391"/>
                    </a:lnTo>
                    <a:lnTo>
                      <a:pt x="1947546" y="1748865"/>
                    </a:lnTo>
                    <a:lnTo>
                      <a:pt x="1946911" y="1758704"/>
                    </a:lnTo>
                    <a:lnTo>
                      <a:pt x="1945324" y="1768860"/>
                    </a:lnTo>
                    <a:lnTo>
                      <a:pt x="1943419" y="1778063"/>
                    </a:lnTo>
                    <a:lnTo>
                      <a:pt x="1941198" y="1787902"/>
                    </a:lnTo>
                    <a:lnTo>
                      <a:pt x="1938659" y="1797423"/>
                    </a:lnTo>
                    <a:lnTo>
                      <a:pt x="1935802" y="1806627"/>
                    </a:lnTo>
                    <a:lnTo>
                      <a:pt x="1932311" y="1815831"/>
                    </a:lnTo>
                    <a:lnTo>
                      <a:pt x="1928184" y="1824400"/>
                    </a:lnTo>
                    <a:lnTo>
                      <a:pt x="1923741" y="1832969"/>
                    </a:lnTo>
                    <a:lnTo>
                      <a:pt x="1918980" y="1841221"/>
                    </a:lnTo>
                    <a:lnTo>
                      <a:pt x="1913902" y="1849156"/>
                    </a:lnTo>
                    <a:lnTo>
                      <a:pt x="1908188" y="1856773"/>
                    </a:lnTo>
                    <a:lnTo>
                      <a:pt x="1902475" y="1864707"/>
                    </a:lnTo>
                    <a:lnTo>
                      <a:pt x="1896127" y="1871689"/>
                    </a:lnTo>
                    <a:lnTo>
                      <a:pt x="1889462" y="1878671"/>
                    </a:lnTo>
                    <a:lnTo>
                      <a:pt x="1882797" y="1885336"/>
                    </a:lnTo>
                    <a:lnTo>
                      <a:pt x="1875497" y="1891366"/>
                    </a:lnTo>
                    <a:lnTo>
                      <a:pt x="1868197" y="1897397"/>
                    </a:lnTo>
                    <a:lnTo>
                      <a:pt x="1860579" y="1902792"/>
                    </a:lnTo>
                    <a:lnTo>
                      <a:pt x="1852327" y="1907870"/>
                    </a:lnTo>
                    <a:lnTo>
                      <a:pt x="1844074" y="1912631"/>
                    </a:lnTo>
                    <a:lnTo>
                      <a:pt x="1835187" y="1917074"/>
                    </a:lnTo>
                    <a:lnTo>
                      <a:pt x="1826617" y="1920882"/>
                    </a:lnTo>
                    <a:lnTo>
                      <a:pt x="1817413" y="1924691"/>
                    </a:lnTo>
                    <a:lnTo>
                      <a:pt x="1808209" y="1927865"/>
                    </a:lnTo>
                    <a:lnTo>
                      <a:pt x="1799004" y="1930404"/>
                    </a:lnTo>
                    <a:lnTo>
                      <a:pt x="1789482" y="1932625"/>
                    </a:lnTo>
                    <a:lnTo>
                      <a:pt x="1779643" y="1934530"/>
                    </a:lnTo>
                    <a:lnTo>
                      <a:pt x="1769803" y="1935482"/>
                    </a:lnTo>
                    <a:lnTo>
                      <a:pt x="1759647" y="1936434"/>
                    </a:lnTo>
                    <a:lnTo>
                      <a:pt x="1749173" y="1936751"/>
                    </a:lnTo>
                    <a:lnTo>
                      <a:pt x="198373" y="1936751"/>
                    </a:lnTo>
                    <a:lnTo>
                      <a:pt x="188216" y="1936434"/>
                    </a:lnTo>
                    <a:lnTo>
                      <a:pt x="178377" y="1935482"/>
                    </a:lnTo>
                    <a:lnTo>
                      <a:pt x="168538" y="1934530"/>
                    </a:lnTo>
                    <a:lnTo>
                      <a:pt x="158699" y="1932625"/>
                    </a:lnTo>
                    <a:lnTo>
                      <a:pt x="148859" y="1930404"/>
                    </a:lnTo>
                    <a:lnTo>
                      <a:pt x="139655" y="1927865"/>
                    </a:lnTo>
                    <a:lnTo>
                      <a:pt x="130133" y="1924691"/>
                    </a:lnTo>
                    <a:lnTo>
                      <a:pt x="121246" y="1920882"/>
                    </a:lnTo>
                    <a:lnTo>
                      <a:pt x="112359" y="1917074"/>
                    </a:lnTo>
                    <a:lnTo>
                      <a:pt x="103789" y="1912631"/>
                    </a:lnTo>
                    <a:lnTo>
                      <a:pt x="95537" y="1907870"/>
                    </a:lnTo>
                    <a:lnTo>
                      <a:pt x="87602" y="1902792"/>
                    </a:lnTo>
                    <a:lnTo>
                      <a:pt x="79984" y="1897397"/>
                    </a:lnTo>
                    <a:lnTo>
                      <a:pt x="72049" y="1891366"/>
                    </a:lnTo>
                    <a:lnTo>
                      <a:pt x="65067" y="1885336"/>
                    </a:lnTo>
                    <a:lnTo>
                      <a:pt x="58084" y="1878671"/>
                    </a:lnTo>
                    <a:lnTo>
                      <a:pt x="51418" y="1871689"/>
                    </a:lnTo>
                    <a:lnTo>
                      <a:pt x="45388" y="1864707"/>
                    </a:lnTo>
                    <a:lnTo>
                      <a:pt x="39357" y="1856773"/>
                    </a:lnTo>
                    <a:lnTo>
                      <a:pt x="33962" y="1849156"/>
                    </a:lnTo>
                    <a:lnTo>
                      <a:pt x="28883" y="1841221"/>
                    </a:lnTo>
                    <a:lnTo>
                      <a:pt x="24122" y="1832969"/>
                    </a:lnTo>
                    <a:lnTo>
                      <a:pt x="19679" y="1824400"/>
                    </a:lnTo>
                    <a:lnTo>
                      <a:pt x="15870" y="1815831"/>
                    </a:lnTo>
                    <a:lnTo>
                      <a:pt x="12061" y="1806627"/>
                    </a:lnTo>
                    <a:lnTo>
                      <a:pt x="8887" y="1797423"/>
                    </a:lnTo>
                    <a:lnTo>
                      <a:pt x="6348" y="1787902"/>
                    </a:lnTo>
                    <a:lnTo>
                      <a:pt x="4126" y="1778063"/>
                    </a:lnTo>
                    <a:lnTo>
                      <a:pt x="2222" y="1768860"/>
                    </a:lnTo>
                    <a:lnTo>
                      <a:pt x="1270" y="1758704"/>
                    </a:lnTo>
                    <a:lnTo>
                      <a:pt x="318" y="1748865"/>
                    </a:lnTo>
                    <a:lnTo>
                      <a:pt x="0" y="1738391"/>
                    </a:lnTo>
                    <a:lnTo>
                      <a:pt x="0" y="517448"/>
                    </a:lnTo>
                    <a:lnTo>
                      <a:pt x="318" y="507292"/>
                    </a:lnTo>
                    <a:lnTo>
                      <a:pt x="1270" y="497453"/>
                    </a:lnTo>
                    <a:lnTo>
                      <a:pt x="2222" y="487297"/>
                    </a:lnTo>
                    <a:lnTo>
                      <a:pt x="4126" y="477776"/>
                    </a:lnTo>
                    <a:lnTo>
                      <a:pt x="6348" y="467937"/>
                    </a:lnTo>
                    <a:lnTo>
                      <a:pt x="8887" y="458416"/>
                    </a:lnTo>
                    <a:lnTo>
                      <a:pt x="12061" y="449212"/>
                    </a:lnTo>
                    <a:lnTo>
                      <a:pt x="15870" y="440008"/>
                    </a:lnTo>
                    <a:lnTo>
                      <a:pt x="19679" y="431439"/>
                    </a:lnTo>
                    <a:lnTo>
                      <a:pt x="24122" y="423187"/>
                    </a:lnTo>
                    <a:lnTo>
                      <a:pt x="28883" y="414618"/>
                    </a:lnTo>
                    <a:lnTo>
                      <a:pt x="33962" y="406684"/>
                    </a:lnTo>
                    <a:lnTo>
                      <a:pt x="39357" y="399067"/>
                    </a:lnTo>
                    <a:lnTo>
                      <a:pt x="45388" y="391450"/>
                    </a:lnTo>
                    <a:lnTo>
                      <a:pt x="51418" y="384150"/>
                    </a:lnTo>
                    <a:lnTo>
                      <a:pt x="58084" y="377168"/>
                    </a:lnTo>
                    <a:lnTo>
                      <a:pt x="65067" y="370503"/>
                    </a:lnTo>
                    <a:lnTo>
                      <a:pt x="72049" y="364473"/>
                    </a:lnTo>
                    <a:lnTo>
                      <a:pt x="79984" y="358443"/>
                    </a:lnTo>
                    <a:lnTo>
                      <a:pt x="87602" y="353047"/>
                    </a:lnTo>
                    <a:lnTo>
                      <a:pt x="95537" y="347969"/>
                    </a:lnTo>
                    <a:lnTo>
                      <a:pt x="103789" y="343209"/>
                    </a:lnTo>
                    <a:lnTo>
                      <a:pt x="112359" y="338766"/>
                    </a:lnTo>
                    <a:lnTo>
                      <a:pt x="121246" y="334957"/>
                    </a:lnTo>
                    <a:lnTo>
                      <a:pt x="130133" y="331149"/>
                    </a:lnTo>
                    <a:lnTo>
                      <a:pt x="139655" y="328292"/>
                    </a:lnTo>
                    <a:lnTo>
                      <a:pt x="148859" y="325436"/>
                    </a:lnTo>
                    <a:lnTo>
                      <a:pt x="158699" y="323214"/>
                    </a:lnTo>
                    <a:lnTo>
                      <a:pt x="168538" y="321310"/>
                    </a:lnTo>
                    <a:lnTo>
                      <a:pt x="178377" y="320358"/>
                    </a:lnTo>
                    <a:lnTo>
                      <a:pt x="188216" y="319723"/>
                    </a:lnTo>
                    <a:lnTo>
                      <a:pt x="198373" y="319088"/>
                    </a:lnTo>
                    <a:close/>
                    <a:moveTo>
                      <a:pt x="2076641" y="106363"/>
                    </a:moveTo>
                    <a:lnTo>
                      <a:pt x="2082030" y="106363"/>
                    </a:lnTo>
                    <a:lnTo>
                      <a:pt x="2087102" y="106363"/>
                    </a:lnTo>
                    <a:lnTo>
                      <a:pt x="2092174" y="106679"/>
                    </a:lnTo>
                    <a:lnTo>
                      <a:pt x="2097246" y="107313"/>
                    </a:lnTo>
                    <a:lnTo>
                      <a:pt x="2102318" y="108263"/>
                    </a:lnTo>
                    <a:lnTo>
                      <a:pt x="2107390" y="109213"/>
                    </a:lnTo>
                    <a:lnTo>
                      <a:pt x="2112145" y="110797"/>
                    </a:lnTo>
                    <a:lnTo>
                      <a:pt x="2117217" y="112064"/>
                    </a:lnTo>
                    <a:lnTo>
                      <a:pt x="2121972" y="113965"/>
                    </a:lnTo>
                    <a:lnTo>
                      <a:pt x="2126727" y="116182"/>
                    </a:lnTo>
                    <a:lnTo>
                      <a:pt x="2131482" y="118399"/>
                    </a:lnTo>
                    <a:lnTo>
                      <a:pt x="2136237" y="120933"/>
                    </a:lnTo>
                    <a:lnTo>
                      <a:pt x="2140358" y="123784"/>
                    </a:lnTo>
                    <a:lnTo>
                      <a:pt x="2144796" y="126634"/>
                    </a:lnTo>
                    <a:lnTo>
                      <a:pt x="2148916" y="130119"/>
                    </a:lnTo>
                    <a:lnTo>
                      <a:pt x="2153354" y="133603"/>
                    </a:lnTo>
                    <a:lnTo>
                      <a:pt x="2157158" y="137087"/>
                    </a:lnTo>
                    <a:lnTo>
                      <a:pt x="2166351" y="146589"/>
                    </a:lnTo>
                    <a:lnTo>
                      <a:pt x="2169838" y="150707"/>
                    </a:lnTo>
                    <a:lnTo>
                      <a:pt x="2173642" y="154825"/>
                    </a:lnTo>
                    <a:lnTo>
                      <a:pt x="2176812" y="158626"/>
                    </a:lnTo>
                    <a:lnTo>
                      <a:pt x="2179665" y="163060"/>
                    </a:lnTo>
                    <a:lnTo>
                      <a:pt x="2182835" y="167811"/>
                    </a:lnTo>
                    <a:lnTo>
                      <a:pt x="2185371" y="172246"/>
                    </a:lnTo>
                    <a:lnTo>
                      <a:pt x="2187273" y="176997"/>
                    </a:lnTo>
                    <a:lnTo>
                      <a:pt x="2189492" y="181748"/>
                    </a:lnTo>
                    <a:lnTo>
                      <a:pt x="2191394" y="186183"/>
                    </a:lnTo>
                    <a:lnTo>
                      <a:pt x="2192979" y="191567"/>
                    </a:lnTo>
                    <a:lnTo>
                      <a:pt x="2194247" y="196002"/>
                    </a:lnTo>
                    <a:lnTo>
                      <a:pt x="2195515" y="201387"/>
                    </a:lnTo>
                    <a:lnTo>
                      <a:pt x="2196149" y="206454"/>
                    </a:lnTo>
                    <a:lnTo>
                      <a:pt x="2196783" y="211522"/>
                    </a:lnTo>
                    <a:lnTo>
                      <a:pt x="2197100" y="216590"/>
                    </a:lnTo>
                    <a:lnTo>
                      <a:pt x="2197100" y="221658"/>
                    </a:lnTo>
                    <a:lnTo>
                      <a:pt x="2197100" y="226726"/>
                    </a:lnTo>
                    <a:lnTo>
                      <a:pt x="2196783" y="231794"/>
                    </a:lnTo>
                    <a:lnTo>
                      <a:pt x="2196149" y="236862"/>
                    </a:lnTo>
                    <a:lnTo>
                      <a:pt x="2195515" y="241613"/>
                    </a:lnTo>
                    <a:lnTo>
                      <a:pt x="2194247" y="246681"/>
                    </a:lnTo>
                    <a:lnTo>
                      <a:pt x="2192979" y="251749"/>
                    </a:lnTo>
                    <a:lnTo>
                      <a:pt x="2191394" y="256500"/>
                    </a:lnTo>
                    <a:lnTo>
                      <a:pt x="2189492" y="261251"/>
                    </a:lnTo>
                    <a:lnTo>
                      <a:pt x="2187273" y="266319"/>
                    </a:lnTo>
                    <a:lnTo>
                      <a:pt x="2185371" y="270754"/>
                    </a:lnTo>
                    <a:lnTo>
                      <a:pt x="2182835" y="275505"/>
                    </a:lnTo>
                    <a:lnTo>
                      <a:pt x="2179665" y="279623"/>
                    </a:lnTo>
                    <a:lnTo>
                      <a:pt x="2176812" y="284057"/>
                    </a:lnTo>
                    <a:lnTo>
                      <a:pt x="2173642" y="288492"/>
                    </a:lnTo>
                    <a:lnTo>
                      <a:pt x="2169838" y="292609"/>
                    </a:lnTo>
                    <a:lnTo>
                      <a:pt x="2166351" y="296410"/>
                    </a:lnTo>
                    <a:lnTo>
                      <a:pt x="1970764" y="491843"/>
                    </a:lnTo>
                    <a:lnTo>
                      <a:pt x="1967277" y="495010"/>
                    </a:lnTo>
                    <a:lnTo>
                      <a:pt x="1963473" y="498178"/>
                    </a:lnTo>
                    <a:lnTo>
                      <a:pt x="1959986" y="500712"/>
                    </a:lnTo>
                    <a:lnTo>
                      <a:pt x="1956816" y="502612"/>
                    </a:lnTo>
                    <a:lnTo>
                      <a:pt x="1953329" y="504513"/>
                    </a:lnTo>
                    <a:lnTo>
                      <a:pt x="1950476" y="505463"/>
                    </a:lnTo>
                    <a:lnTo>
                      <a:pt x="1947623" y="505780"/>
                    </a:lnTo>
                    <a:lnTo>
                      <a:pt x="1944771" y="506413"/>
                    </a:lnTo>
                    <a:lnTo>
                      <a:pt x="1941918" y="505780"/>
                    </a:lnTo>
                    <a:lnTo>
                      <a:pt x="1939382" y="505463"/>
                    </a:lnTo>
                    <a:lnTo>
                      <a:pt x="1936846" y="504513"/>
                    </a:lnTo>
                    <a:lnTo>
                      <a:pt x="1933993" y="502929"/>
                    </a:lnTo>
                    <a:lnTo>
                      <a:pt x="1931457" y="501662"/>
                    </a:lnTo>
                    <a:lnTo>
                      <a:pt x="1928921" y="499445"/>
                    </a:lnTo>
                    <a:lnTo>
                      <a:pt x="1924166" y="494694"/>
                    </a:lnTo>
                    <a:lnTo>
                      <a:pt x="1919094" y="489309"/>
                    </a:lnTo>
                    <a:lnTo>
                      <a:pt x="1914022" y="482657"/>
                    </a:lnTo>
                    <a:lnTo>
                      <a:pt x="1903561" y="467770"/>
                    </a:lnTo>
                    <a:lnTo>
                      <a:pt x="1897855" y="459852"/>
                    </a:lnTo>
                    <a:lnTo>
                      <a:pt x="1891515" y="451616"/>
                    </a:lnTo>
                    <a:lnTo>
                      <a:pt x="1884541" y="443698"/>
                    </a:lnTo>
                    <a:lnTo>
                      <a:pt x="1877250" y="435779"/>
                    </a:lnTo>
                    <a:lnTo>
                      <a:pt x="1868057" y="426277"/>
                    </a:lnTo>
                    <a:lnTo>
                      <a:pt x="1859815" y="418991"/>
                    </a:lnTo>
                    <a:lnTo>
                      <a:pt x="1851890" y="412023"/>
                    </a:lnTo>
                    <a:lnTo>
                      <a:pt x="1843966" y="406005"/>
                    </a:lnTo>
                    <a:lnTo>
                      <a:pt x="1836041" y="399987"/>
                    </a:lnTo>
                    <a:lnTo>
                      <a:pt x="1820825" y="389217"/>
                    </a:lnTo>
                    <a:lnTo>
                      <a:pt x="1814485" y="384466"/>
                    </a:lnTo>
                    <a:lnTo>
                      <a:pt x="1808462" y="379398"/>
                    </a:lnTo>
                    <a:lnTo>
                      <a:pt x="1804024" y="374647"/>
                    </a:lnTo>
                    <a:lnTo>
                      <a:pt x="1802122" y="372113"/>
                    </a:lnTo>
                    <a:lnTo>
                      <a:pt x="1800220" y="369579"/>
                    </a:lnTo>
                    <a:lnTo>
                      <a:pt x="1798635" y="367045"/>
                    </a:lnTo>
                    <a:lnTo>
                      <a:pt x="1798001" y="364511"/>
                    </a:lnTo>
                    <a:lnTo>
                      <a:pt x="1797367" y="361660"/>
                    </a:lnTo>
                    <a:lnTo>
                      <a:pt x="1797050" y="359126"/>
                    </a:lnTo>
                    <a:lnTo>
                      <a:pt x="1797367" y="355959"/>
                    </a:lnTo>
                    <a:lnTo>
                      <a:pt x="1797684" y="353108"/>
                    </a:lnTo>
                    <a:lnTo>
                      <a:pt x="1798635" y="349941"/>
                    </a:lnTo>
                    <a:lnTo>
                      <a:pt x="1800220" y="346773"/>
                    </a:lnTo>
                    <a:lnTo>
                      <a:pt x="1802439" y="343289"/>
                    </a:lnTo>
                    <a:lnTo>
                      <a:pt x="1804975" y="340122"/>
                    </a:lnTo>
                    <a:lnTo>
                      <a:pt x="1807828" y="336637"/>
                    </a:lnTo>
                    <a:lnTo>
                      <a:pt x="1811632" y="332520"/>
                    </a:lnTo>
                    <a:lnTo>
                      <a:pt x="2006902" y="137087"/>
                    </a:lnTo>
                    <a:lnTo>
                      <a:pt x="2011023" y="133603"/>
                    </a:lnTo>
                    <a:lnTo>
                      <a:pt x="2014827" y="130119"/>
                    </a:lnTo>
                    <a:lnTo>
                      <a:pt x="2019265" y="126634"/>
                    </a:lnTo>
                    <a:lnTo>
                      <a:pt x="2023703" y="123784"/>
                    </a:lnTo>
                    <a:lnTo>
                      <a:pt x="2028141" y="120933"/>
                    </a:lnTo>
                    <a:lnTo>
                      <a:pt x="2032896" y="118399"/>
                    </a:lnTo>
                    <a:lnTo>
                      <a:pt x="2037017" y="116182"/>
                    </a:lnTo>
                    <a:lnTo>
                      <a:pt x="2041772" y="113965"/>
                    </a:lnTo>
                    <a:lnTo>
                      <a:pt x="2046843" y="112064"/>
                    </a:lnTo>
                    <a:lnTo>
                      <a:pt x="2051598" y="110797"/>
                    </a:lnTo>
                    <a:lnTo>
                      <a:pt x="2056670" y="109213"/>
                    </a:lnTo>
                    <a:lnTo>
                      <a:pt x="2061425" y="108263"/>
                    </a:lnTo>
                    <a:lnTo>
                      <a:pt x="2066497" y="107313"/>
                    </a:lnTo>
                    <a:lnTo>
                      <a:pt x="2071569" y="106679"/>
                    </a:lnTo>
                    <a:lnTo>
                      <a:pt x="2076641" y="106363"/>
                    </a:lnTo>
                    <a:close/>
                    <a:moveTo>
                      <a:pt x="2213628" y="19050"/>
                    </a:moveTo>
                    <a:lnTo>
                      <a:pt x="2219371" y="19369"/>
                    </a:lnTo>
                    <a:lnTo>
                      <a:pt x="2225751" y="20007"/>
                    </a:lnTo>
                    <a:lnTo>
                      <a:pt x="2231493" y="21602"/>
                    </a:lnTo>
                    <a:lnTo>
                      <a:pt x="2237236" y="23516"/>
                    </a:lnTo>
                    <a:lnTo>
                      <a:pt x="2242978" y="26387"/>
                    </a:lnTo>
                    <a:lnTo>
                      <a:pt x="2248401" y="29258"/>
                    </a:lnTo>
                    <a:lnTo>
                      <a:pt x="2253506" y="33087"/>
                    </a:lnTo>
                    <a:lnTo>
                      <a:pt x="2258291" y="37234"/>
                    </a:lnTo>
                    <a:lnTo>
                      <a:pt x="2262757" y="42019"/>
                    </a:lnTo>
                    <a:lnTo>
                      <a:pt x="2266266" y="47123"/>
                    </a:lnTo>
                    <a:lnTo>
                      <a:pt x="2269457" y="52547"/>
                    </a:lnTo>
                    <a:lnTo>
                      <a:pt x="2272009" y="58608"/>
                    </a:lnTo>
                    <a:lnTo>
                      <a:pt x="2273923" y="64350"/>
                    </a:lnTo>
                    <a:lnTo>
                      <a:pt x="2275518" y="70412"/>
                    </a:lnTo>
                    <a:lnTo>
                      <a:pt x="2276475" y="76154"/>
                    </a:lnTo>
                    <a:lnTo>
                      <a:pt x="2276475" y="82216"/>
                    </a:lnTo>
                    <a:lnTo>
                      <a:pt x="2276475" y="88277"/>
                    </a:lnTo>
                    <a:lnTo>
                      <a:pt x="2275518" y="94338"/>
                    </a:lnTo>
                    <a:lnTo>
                      <a:pt x="2273923" y="100400"/>
                    </a:lnTo>
                    <a:lnTo>
                      <a:pt x="2272009" y="106142"/>
                    </a:lnTo>
                    <a:lnTo>
                      <a:pt x="2269457" y="111565"/>
                    </a:lnTo>
                    <a:lnTo>
                      <a:pt x="2266266" y="117308"/>
                    </a:lnTo>
                    <a:lnTo>
                      <a:pt x="2262757" y="122412"/>
                    </a:lnTo>
                    <a:lnTo>
                      <a:pt x="2258291" y="126878"/>
                    </a:lnTo>
                    <a:lnTo>
                      <a:pt x="2241064" y="144105"/>
                    </a:lnTo>
                    <a:lnTo>
                      <a:pt x="2236598" y="148253"/>
                    </a:lnTo>
                    <a:lnTo>
                      <a:pt x="2232769" y="150805"/>
                    </a:lnTo>
                    <a:lnTo>
                      <a:pt x="2230855" y="151443"/>
                    </a:lnTo>
                    <a:lnTo>
                      <a:pt x="2228941" y="152400"/>
                    </a:lnTo>
                    <a:lnTo>
                      <a:pt x="2227346" y="152400"/>
                    </a:lnTo>
                    <a:lnTo>
                      <a:pt x="2225751" y="152400"/>
                    </a:lnTo>
                    <a:lnTo>
                      <a:pt x="2224156" y="152081"/>
                    </a:lnTo>
                    <a:lnTo>
                      <a:pt x="2222880" y="151443"/>
                    </a:lnTo>
                    <a:lnTo>
                      <a:pt x="2220009" y="149848"/>
                    </a:lnTo>
                    <a:lnTo>
                      <a:pt x="2217456" y="147295"/>
                    </a:lnTo>
                    <a:lnTo>
                      <a:pt x="2214904" y="143786"/>
                    </a:lnTo>
                    <a:lnTo>
                      <a:pt x="2212352" y="140277"/>
                    </a:lnTo>
                    <a:lnTo>
                      <a:pt x="2209800" y="135811"/>
                    </a:lnTo>
                    <a:lnTo>
                      <a:pt x="2204058" y="126240"/>
                    </a:lnTo>
                    <a:lnTo>
                      <a:pt x="2201186" y="121455"/>
                    </a:lnTo>
                    <a:lnTo>
                      <a:pt x="2197358" y="116351"/>
                    </a:lnTo>
                    <a:lnTo>
                      <a:pt x="2193530" y="111246"/>
                    </a:lnTo>
                    <a:lnTo>
                      <a:pt x="2189064" y="106461"/>
                    </a:lnTo>
                    <a:lnTo>
                      <a:pt x="2184278" y="101995"/>
                    </a:lnTo>
                    <a:lnTo>
                      <a:pt x="2179493" y="98167"/>
                    </a:lnTo>
                    <a:lnTo>
                      <a:pt x="2174389" y="94657"/>
                    </a:lnTo>
                    <a:lnTo>
                      <a:pt x="2169285" y="91467"/>
                    </a:lnTo>
                    <a:lnTo>
                      <a:pt x="2159714" y="85725"/>
                    </a:lnTo>
                    <a:lnTo>
                      <a:pt x="2155248" y="83173"/>
                    </a:lnTo>
                    <a:lnTo>
                      <a:pt x="2151739" y="80620"/>
                    </a:lnTo>
                    <a:lnTo>
                      <a:pt x="2148229" y="78068"/>
                    </a:lnTo>
                    <a:lnTo>
                      <a:pt x="2145677" y="75516"/>
                    </a:lnTo>
                    <a:lnTo>
                      <a:pt x="2144082" y="72964"/>
                    </a:lnTo>
                    <a:lnTo>
                      <a:pt x="2143763" y="71369"/>
                    </a:lnTo>
                    <a:lnTo>
                      <a:pt x="2143125" y="69774"/>
                    </a:lnTo>
                    <a:lnTo>
                      <a:pt x="2143125" y="68179"/>
                    </a:lnTo>
                    <a:lnTo>
                      <a:pt x="2143763" y="66584"/>
                    </a:lnTo>
                    <a:lnTo>
                      <a:pt x="2144082" y="64669"/>
                    </a:lnTo>
                    <a:lnTo>
                      <a:pt x="2144720" y="63074"/>
                    </a:lnTo>
                    <a:lnTo>
                      <a:pt x="2147591" y="59246"/>
                    </a:lnTo>
                    <a:lnTo>
                      <a:pt x="2151419" y="54780"/>
                    </a:lnTo>
                    <a:lnTo>
                      <a:pt x="2168647" y="37234"/>
                    </a:lnTo>
                    <a:lnTo>
                      <a:pt x="2173751" y="33087"/>
                    </a:lnTo>
                    <a:lnTo>
                      <a:pt x="2178855" y="29258"/>
                    </a:lnTo>
                    <a:lnTo>
                      <a:pt x="2183959" y="26387"/>
                    </a:lnTo>
                    <a:lnTo>
                      <a:pt x="2189702" y="23516"/>
                    </a:lnTo>
                    <a:lnTo>
                      <a:pt x="2195125" y="21602"/>
                    </a:lnTo>
                    <a:lnTo>
                      <a:pt x="2201506" y="20007"/>
                    </a:lnTo>
                    <a:lnTo>
                      <a:pt x="2207248" y="19369"/>
                    </a:lnTo>
                    <a:lnTo>
                      <a:pt x="2213628" y="19050"/>
                    </a:lnTo>
                    <a:close/>
                    <a:moveTo>
                      <a:pt x="1985550" y="0"/>
                    </a:moveTo>
                    <a:lnTo>
                      <a:pt x="1989686" y="0"/>
                    </a:lnTo>
                    <a:lnTo>
                      <a:pt x="1993822" y="0"/>
                    </a:lnTo>
                    <a:lnTo>
                      <a:pt x="1997640" y="634"/>
                    </a:lnTo>
                    <a:lnTo>
                      <a:pt x="2001776" y="1903"/>
                    </a:lnTo>
                    <a:lnTo>
                      <a:pt x="2005594" y="2855"/>
                    </a:lnTo>
                    <a:lnTo>
                      <a:pt x="2009411" y="4759"/>
                    </a:lnTo>
                    <a:lnTo>
                      <a:pt x="2012911" y="6980"/>
                    </a:lnTo>
                    <a:lnTo>
                      <a:pt x="2016411" y="9518"/>
                    </a:lnTo>
                    <a:lnTo>
                      <a:pt x="2019592" y="12374"/>
                    </a:lnTo>
                    <a:lnTo>
                      <a:pt x="2022456" y="15229"/>
                    </a:lnTo>
                    <a:lnTo>
                      <a:pt x="2025001" y="19037"/>
                    </a:lnTo>
                    <a:lnTo>
                      <a:pt x="2026910" y="22210"/>
                    </a:lnTo>
                    <a:lnTo>
                      <a:pt x="2028819" y="26334"/>
                    </a:lnTo>
                    <a:lnTo>
                      <a:pt x="2030091" y="29824"/>
                    </a:lnTo>
                    <a:lnTo>
                      <a:pt x="2031364" y="33949"/>
                    </a:lnTo>
                    <a:lnTo>
                      <a:pt x="2031682" y="37757"/>
                    </a:lnTo>
                    <a:lnTo>
                      <a:pt x="2032000" y="41881"/>
                    </a:lnTo>
                    <a:lnTo>
                      <a:pt x="2031682" y="46006"/>
                    </a:lnTo>
                    <a:lnTo>
                      <a:pt x="2031046" y="49813"/>
                    </a:lnTo>
                    <a:lnTo>
                      <a:pt x="2030091" y="53938"/>
                    </a:lnTo>
                    <a:lnTo>
                      <a:pt x="2028819" y="57745"/>
                    </a:lnTo>
                    <a:lnTo>
                      <a:pt x="2026910" y="61553"/>
                    </a:lnTo>
                    <a:lnTo>
                      <a:pt x="2025001" y="65043"/>
                    </a:lnTo>
                    <a:lnTo>
                      <a:pt x="2022456" y="68533"/>
                    </a:lnTo>
                    <a:lnTo>
                      <a:pt x="2019592" y="71706"/>
                    </a:lnTo>
                    <a:lnTo>
                      <a:pt x="1637177" y="453081"/>
                    </a:lnTo>
                    <a:lnTo>
                      <a:pt x="1633995" y="455937"/>
                    </a:lnTo>
                    <a:lnTo>
                      <a:pt x="1630814" y="458158"/>
                    </a:lnTo>
                    <a:lnTo>
                      <a:pt x="1626996" y="460379"/>
                    </a:lnTo>
                    <a:lnTo>
                      <a:pt x="1623496" y="462283"/>
                    </a:lnTo>
                    <a:lnTo>
                      <a:pt x="1619360" y="463552"/>
                    </a:lnTo>
                    <a:lnTo>
                      <a:pt x="1615224" y="464186"/>
                    </a:lnTo>
                    <a:lnTo>
                      <a:pt x="1611407" y="465138"/>
                    </a:lnTo>
                    <a:lnTo>
                      <a:pt x="1607271" y="465138"/>
                    </a:lnTo>
                    <a:lnTo>
                      <a:pt x="1603135" y="465138"/>
                    </a:lnTo>
                    <a:lnTo>
                      <a:pt x="1599317" y="464186"/>
                    </a:lnTo>
                    <a:lnTo>
                      <a:pt x="1595181" y="463552"/>
                    </a:lnTo>
                    <a:lnTo>
                      <a:pt x="1591681" y="462283"/>
                    </a:lnTo>
                    <a:lnTo>
                      <a:pt x="1587864" y="460379"/>
                    </a:lnTo>
                    <a:lnTo>
                      <a:pt x="1584364" y="458158"/>
                    </a:lnTo>
                    <a:lnTo>
                      <a:pt x="1580864" y="455937"/>
                    </a:lnTo>
                    <a:lnTo>
                      <a:pt x="1577683" y="453081"/>
                    </a:lnTo>
                    <a:lnTo>
                      <a:pt x="1574819" y="449591"/>
                    </a:lnTo>
                    <a:lnTo>
                      <a:pt x="1572274" y="446418"/>
                    </a:lnTo>
                    <a:lnTo>
                      <a:pt x="1570047" y="442928"/>
                    </a:lnTo>
                    <a:lnTo>
                      <a:pt x="1568138" y="439121"/>
                    </a:lnTo>
                    <a:lnTo>
                      <a:pt x="1567184" y="435314"/>
                    </a:lnTo>
                    <a:lnTo>
                      <a:pt x="1565911" y="431189"/>
                    </a:lnTo>
                    <a:lnTo>
                      <a:pt x="1565275" y="427381"/>
                    </a:lnTo>
                    <a:lnTo>
                      <a:pt x="1565275" y="423257"/>
                    </a:lnTo>
                    <a:lnTo>
                      <a:pt x="1565275" y="419132"/>
                    </a:lnTo>
                    <a:lnTo>
                      <a:pt x="1565911" y="415007"/>
                    </a:lnTo>
                    <a:lnTo>
                      <a:pt x="1567184" y="411517"/>
                    </a:lnTo>
                    <a:lnTo>
                      <a:pt x="1568138" y="407393"/>
                    </a:lnTo>
                    <a:lnTo>
                      <a:pt x="1570047" y="403902"/>
                    </a:lnTo>
                    <a:lnTo>
                      <a:pt x="1572274" y="400095"/>
                    </a:lnTo>
                    <a:lnTo>
                      <a:pt x="1574819" y="396922"/>
                    </a:lnTo>
                    <a:lnTo>
                      <a:pt x="1577683" y="393749"/>
                    </a:lnTo>
                    <a:lnTo>
                      <a:pt x="1960098" y="12374"/>
                    </a:lnTo>
                    <a:lnTo>
                      <a:pt x="1962962" y="9518"/>
                    </a:lnTo>
                    <a:lnTo>
                      <a:pt x="1966779" y="6980"/>
                    </a:lnTo>
                    <a:lnTo>
                      <a:pt x="1970279" y="4759"/>
                    </a:lnTo>
                    <a:lnTo>
                      <a:pt x="1974097" y="2855"/>
                    </a:lnTo>
                    <a:lnTo>
                      <a:pt x="1977596" y="1903"/>
                    </a:lnTo>
                    <a:lnTo>
                      <a:pt x="1981732" y="634"/>
                    </a:lnTo>
                    <a:lnTo>
                      <a:pt x="198555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>
                <a:scene3d>
                  <a:camera prst="orthographicFront"/>
                  <a:lightRig rig="threePt" dir="t"/>
                </a:scene3d>
                <a:sp3d contourW="12700">
                  <a:contourClr>
                    <a:srgbClr val="FFFFFF"/>
                  </a:contourClr>
                </a:sp3d>
              </a:bodyPr>
              <a:lstStyle/>
              <a:p>
                <a:pPr algn="ctr">
                  <a:defRPr/>
                </a:pPr>
                <a:endParaRPr lang="zh-CN" altLang="en-US" sz="3600" dirty="0">
                  <a:solidFill>
                    <a:srgbClr val="FFFFFF"/>
                  </a:solidFill>
                  <a:ea typeface="微软雅黑" pitchFamily="34" charset="-122"/>
                </a:endParaRPr>
              </a:p>
            </p:txBody>
          </p:sp>
        </p:grpSp>
        <p:sp>
          <p:nvSpPr>
            <p:cNvPr id="6" name="TextBox 6"/>
            <p:cNvSpPr txBox="1">
              <a:spLocks noChangeArrowheads="1"/>
            </p:cNvSpPr>
            <p:nvPr/>
          </p:nvSpPr>
          <p:spPr bwMode="auto">
            <a:xfrm>
              <a:off x="1520154" y="5062184"/>
              <a:ext cx="3507240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zh-CN" altLang="en-US" sz="3600" dirty="0">
                  <a:latin typeface="Times New Roman" pitchFamily="18" charset="0"/>
                  <a:ea typeface="黑体" pitchFamily="49" charset="-122"/>
                </a:rPr>
                <a:t>科研论文写作</a:t>
              </a:r>
            </a:p>
          </p:txBody>
        </p:sp>
      </p:grpSp>
      <p:sp>
        <p:nvSpPr>
          <p:cNvPr id="25" name="内容占位符 3">
            <a:extLst>
              <a:ext uri="{FF2B5EF4-FFF2-40B4-BE49-F238E27FC236}">
                <a16:creationId xmlns:a16="http://schemas.microsoft.com/office/drawing/2014/main" id="{F83559E6-81B2-4A20-955D-545C7EB2C7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238" y="1052736"/>
            <a:ext cx="8874732" cy="4824536"/>
          </a:xfrm>
        </p:spPr>
        <p:txBody>
          <a:bodyPr/>
          <a:lstStyle/>
          <a:p>
            <a:pPr eaLnBrk="0" hangingPunc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+mn-ea"/>
                <a:ea typeface="+mn-ea"/>
              </a:rPr>
              <a:t>写作技巧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  <a:p>
            <a:pPr lvl="1" indent="-342900" eaLnBrk="0" hangingPunc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逻辑清晰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：每一部分内容应紧密相连，保证文章的逻辑性。</a:t>
            </a:r>
          </a:p>
          <a:p>
            <a:pPr lvl="1" indent="-342900" eaLnBrk="0" hangingPunc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简洁明确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：避免冗长的表述，尽量简洁、准确地传达研究内容。</a:t>
            </a:r>
          </a:p>
          <a:p>
            <a:pPr lvl="1" indent="-342900" eaLnBrk="0" hangingPunc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学术性语言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：使用学术语言表达观点，避免过于口语化。</a:t>
            </a:r>
          </a:p>
          <a:p>
            <a:pPr lvl="1" indent="-342900" eaLnBrk="0" hangingPunc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数据与图表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：合理使用图表辅助说明，提升文章的可读性。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  <a:p>
            <a:pPr lvl="1" indent="-342900" eaLnBrk="0" hangingPunc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工具推荐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：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LaTeX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（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Overleaf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平台）、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Grammarly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（语法检查）</a:t>
            </a:r>
          </a:p>
          <a:p>
            <a:pPr marL="342900" lvl="1" indent="-342900" eaLnBrk="0" hangingPunc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404040"/>
                </a:solidFill>
                <a:latin typeface="+mn-ea"/>
                <a:ea typeface="+mn-ea"/>
              </a:rPr>
              <a:t>常见写作误区</a:t>
            </a:r>
            <a:endParaRPr lang="en-US" altLang="zh-CN" sz="2400" b="1" dirty="0">
              <a:solidFill>
                <a:srgbClr val="404040"/>
              </a:solidFill>
              <a:latin typeface="+mn-ea"/>
              <a:ea typeface="+mn-ea"/>
            </a:endParaRPr>
          </a:p>
          <a:p>
            <a:pPr marR="0" lvl="1" indent="-342900" defTabSz="914400" eaLnBrk="0" latinLnBrk="0" hangingPunct="0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lang="zh-CN" altLang="zh-CN" sz="2000" b="1" dirty="0">
                <a:latin typeface="+mn-ea"/>
                <a:ea typeface="+mn-ea"/>
              </a:rPr>
              <a:t>摘要过长：</a:t>
            </a:r>
            <a:r>
              <a:rPr lang="zh-CN" altLang="zh-CN" sz="2000" dirty="0">
                <a:latin typeface="+mn-ea"/>
                <a:ea typeface="+mn-ea"/>
              </a:rPr>
              <a:t>摘要应简洁明了，不宜过多赘述。</a:t>
            </a:r>
          </a:p>
          <a:p>
            <a:pPr marR="0" lvl="1" indent="-342900" defTabSz="914400" eaLnBrk="0" latinLnBrk="0" hangingPunct="0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lang="zh-CN" altLang="zh-CN" sz="2000" b="1" dirty="0">
                <a:latin typeface="+mn-ea"/>
                <a:ea typeface="+mn-ea"/>
              </a:rPr>
              <a:t>引言内容不清：</a:t>
            </a:r>
            <a:r>
              <a:rPr lang="zh-CN" altLang="zh-CN" sz="2000" dirty="0">
                <a:latin typeface="+mn-ea"/>
                <a:ea typeface="+mn-ea"/>
              </a:rPr>
              <a:t>引言应明确阐述研究问题及背景，不宜过于泛泛而谈。</a:t>
            </a:r>
          </a:p>
          <a:p>
            <a:pPr marR="0" lvl="1" indent="-342900" defTabSz="914400" eaLnBrk="0" latinLnBrk="0" hangingPunct="0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lang="zh-CN" altLang="zh-CN" sz="2000" b="1" dirty="0">
                <a:latin typeface="+mn-ea"/>
                <a:ea typeface="+mn-ea"/>
              </a:rPr>
              <a:t>实验结果不清楚：</a:t>
            </a:r>
            <a:r>
              <a:rPr lang="zh-CN" altLang="zh-CN" sz="2000" dirty="0">
                <a:latin typeface="+mn-ea"/>
                <a:ea typeface="+mn-ea"/>
              </a:rPr>
              <a:t>实验部分要详细列出方法、结果和分析，避免模糊不清。</a:t>
            </a:r>
          </a:p>
          <a:p>
            <a:pPr marL="342900" lvl="1" indent="-342900" eaLnBrk="0" hangingPunc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endParaRPr lang="zh-CN" altLang="zh-CN" sz="2400" b="1" dirty="0">
              <a:solidFill>
                <a:srgbClr val="404040"/>
              </a:solidFill>
              <a:latin typeface="+mn-ea"/>
              <a:ea typeface="+mn-ea"/>
            </a:endParaRPr>
          </a:p>
          <a:p>
            <a:pPr lvl="1" indent="-342900" eaLnBrk="0" hangingPunc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  <a:p>
            <a:pPr lvl="1" indent="-342900" eaLnBrk="0" hangingPunc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40623772"/>
      </p:ext>
    </p:extLst>
  </p:cSld>
  <p:clrMapOvr>
    <a:masterClrMapping/>
  </p:clrMapOvr>
  <p:transition spd="slow" advClick="0">
    <p:pull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  <a:pPr>
                <a:defRPr/>
              </a:pPr>
              <a:t>8</a:t>
            </a:fld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3923928" y="2996952"/>
            <a:ext cx="157447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14350" indent="-514350">
              <a:buClr>
                <a:srgbClr val="FF0000"/>
              </a:buClr>
            </a:pPr>
            <a:r>
              <a:rPr lang="zh-CN" altLang="en-US" sz="3600" b="1" dirty="0"/>
              <a:t>谢谢！</a:t>
            </a:r>
            <a:endParaRPr lang="zh-CN" altLang="zh-CN" sz="3600" b="1" dirty="0"/>
          </a:p>
        </p:txBody>
      </p:sp>
    </p:spTree>
  </p:cSld>
  <p:clrMapOvr>
    <a:masterClrMapping/>
  </p:clrMapOvr>
  <p:transition spd="slow" advClick="0" advTm="1622">
    <p:pull dir="d"/>
  </p:transition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8815</TotalTime>
  <Words>575</Words>
  <Application>Microsoft Office PowerPoint</Application>
  <PresentationFormat>全屏显示(4:3)</PresentationFormat>
  <Paragraphs>74</Paragraphs>
  <Slides>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黑体</vt:lpstr>
      <vt:lpstr>宋体</vt:lpstr>
      <vt:lpstr>Arial</vt:lpstr>
      <vt:lpstr>Calibri</vt:lpstr>
      <vt:lpstr>Comic Sans MS</vt:lpstr>
      <vt:lpstr>Garamond</vt:lpstr>
      <vt:lpstr>Times New Roman</vt:lpstr>
      <vt:lpstr>Wingdings</vt:lpstr>
      <vt:lpstr>Office 主题</vt:lpstr>
      <vt:lpstr>Acrobat Document</vt:lpstr>
      <vt:lpstr>PowerPoint 演示文稿</vt:lpstr>
      <vt:lpstr>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研 究方向：多源海量动态信息处理 团队带头人：吴信东 所 在  学 校：合肥工业大学</dc:title>
  <dc:creator>Peipei Li</dc:creator>
  <cp:lastModifiedBy>junwei lv</cp:lastModifiedBy>
  <cp:revision>1355</cp:revision>
  <cp:lastPrinted>2012-11-20T01:52:54Z</cp:lastPrinted>
  <dcterms:created xsi:type="dcterms:W3CDTF">2012-10-13T08:41:11Z</dcterms:created>
  <dcterms:modified xsi:type="dcterms:W3CDTF">2026-05-12T07:03:55Z</dcterms:modified>
</cp:coreProperties>
</file>